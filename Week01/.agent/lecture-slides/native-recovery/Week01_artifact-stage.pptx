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4ef1bcaa6490e" /><Relationship Type="http://schemas.openxmlformats.org/officeDocument/2006/relationships/extended-properties" Target="/docProps/app.xml" Id="R17ef4de197bb4673" /><Relationship Type="http://schemas.openxmlformats.org/officeDocument/2006/relationships/officeDocument" Target="/ppt/presentation.xml" Id="R614bf6a59e14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297500ea846d8"/>
  </p:sldMasterIdLst>
  <p:notesMasterIdLst>
    <p:notesMasterId xmlns:r="http://schemas.openxmlformats.org/officeDocument/2006/relationships" r:id="R9b16c7ed9ebc4adc"/>
  </p:notesMasterIdLst>
  <p:sldIdLst>
    <p:sldId xmlns:r="http://schemas.openxmlformats.org/officeDocument/2006/relationships" id="256" r:id="R9fcd23e18dd24e92"/>
    <p:sldId xmlns:r="http://schemas.openxmlformats.org/officeDocument/2006/relationships" id="257" r:id="Re5846301fc534e6a"/>
    <p:sldId xmlns:r="http://schemas.openxmlformats.org/officeDocument/2006/relationships" id="258" r:id="Rdd1d90c76abd4ea2"/>
    <p:sldId xmlns:r="http://schemas.openxmlformats.org/officeDocument/2006/relationships" id="259" r:id="Rcb0963bd217f4830"/>
    <p:sldId xmlns:r="http://schemas.openxmlformats.org/officeDocument/2006/relationships" id="260" r:id="Rf1aa473d60fa4c65"/>
    <p:sldId xmlns:r="http://schemas.openxmlformats.org/officeDocument/2006/relationships" id="261" r:id="Rff237d80c8164c61"/>
    <p:sldId xmlns:r="http://schemas.openxmlformats.org/officeDocument/2006/relationships" id="262" r:id="Ra7fb567ccd6b469a"/>
    <p:sldId xmlns:r="http://schemas.openxmlformats.org/officeDocument/2006/relationships" id="263" r:id="R8b37088210744230"/>
    <p:sldId xmlns:r="http://schemas.openxmlformats.org/officeDocument/2006/relationships" id="264" r:id="Red305bdd30f84639"/>
    <p:sldId xmlns:r="http://schemas.openxmlformats.org/officeDocument/2006/relationships" id="265" r:id="R689fde234e2a48d3"/>
    <p:sldId xmlns:r="http://schemas.openxmlformats.org/officeDocument/2006/relationships" id="266" r:id="R9f000203bfeb48b8"/>
    <p:sldId xmlns:r="http://schemas.openxmlformats.org/officeDocument/2006/relationships" id="267" r:id="R41f57b41b789439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96b33c7384bf3" /><Relationship Type="http://schemas.openxmlformats.org/officeDocument/2006/relationships/slideMaster" Target="/ppt/slideMasters/slideMaster1.xml" Id="Redf297500ea846d8" /><Relationship Type="http://schemas.openxmlformats.org/officeDocument/2006/relationships/notesMaster" Target="/ppt/notesMasters/notesMaster1.xml" Id="R9b16c7ed9ebc4adc" /><Relationship Type="http://schemas.openxmlformats.org/officeDocument/2006/relationships/presProps" Target="/ppt/presProps.xml" Id="R0480775d18494db9" /><Relationship Type="http://schemas.openxmlformats.org/officeDocument/2006/relationships/tableStyles" Target="/ppt/tableStyles.xml" Id="Rc0a8d560d476489d" /><Relationship Type="http://schemas.openxmlformats.org/officeDocument/2006/relationships/slide" Target="/ppt/slides/slide1.xml" Id="R9fcd23e18dd24e92" /><Relationship Type="http://schemas.openxmlformats.org/officeDocument/2006/relationships/slide" Target="/ppt/slides/slide2.xml" Id="Re5846301fc534e6a" /><Relationship Type="http://schemas.openxmlformats.org/officeDocument/2006/relationships/slide" Target="/ppt/slides/slide3.xml" Id="Rdd1d90c76abd4ea2" /><Relationship Type="http://schemas.openxmlformats.org/officeDocument/2006/relationships/slide" Target="/ppt/slides/slide4.xml" Id="Rcb0963bd217f4830" /><Relationship Type="http://schemas.openxmlformats.org/officeDocument/2006/relationships/slide" Target="/ppt/slides/slide5.xml" Id="Rf1aa473d60fa4c65" /><Relationship Type="http://schemas.openxmlformats.org/officeDocument/2006/relationships/slide" Target="/ppt/slides/slide6.xml" Id="Rff237d80c8164c61" /><Relationship Type="http://schemas.openxmlformats.org/officeDocument/2006/relationships/slide" Target="/ppt/slides/slide7.xml" Id="Ra7fb567ccd6b469a" /><Relationship Type="http://schemas.openxmlformats.org/officeDocument/2006/relationships/slide" Target="/ppt/slides/slide8.xml" Id="R8b37088210744230" /><Relationship Type="http://schemas.openxmlformats.org/officeDocument/2006/relationships/slide" Target="/ppt/slides/slide9.xml" Id="Red305bdd30f84639" /><Relationship Type="http://schemas.openxmlformats.org/officeDocument/2006/relationships/slide" Target="/ppt/slides/slide10.xml" Id="R689fde234e2a48d3" /><Relationship Type="http://schemas.openxmlformats.org/officeDocument/2006/relationships/slide" Target="/ppt/slides/slide11.xml" Id="R9f000203bfeb48b8" /><Relationship Type="http://schemas.openxmlformats.org/officeDocument/2006/relationships/slide" Target="/ppt/slides/slide12.xml" Id="R41f57b41b789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2d8594576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2ce67d11f4ba1" /><Relationship Type="http://schemas.openxmlformats.org/officeDocument/2006/relationships/notesMaster" Target="/ppt/notesMasters/notesMaster1.xml" Id="R1cdee916d81f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121243461744b2" /><Relationship Type="http://schemas.openxmlformats.org/officeDocument/2006/relationships/notesMaster" Target="/ppt/notesMasters/notesMaster1.xml" Id="Rab3e94296f7a4d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2de8620724351" /><Relationship Type="http://schemas.openxmlformats.org/officeDocument/2006/relationships/notesMaster" Target="/ppt/notesMasters/notesMaster1.xml" Id="R5c05eaf3b7fb43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b205b1ea74eb8" /><Relationship Type="http://schemas.openxmlformats.org/officeDocument/2006/relationships/notesMaster" Target="/ppt/notesMasters/notesMaster1.xml" Id="Rcc226a2c19874b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24205b20eb4341" /><Relationship Type="http://schemas.openxmlformats.org/officeDocument/2006/relationships/notesMaster" Target="/ppt/notesMasters/notesMaster1.xml" Id="R4a1b3caef9ad4c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69e806997341c4" /><Relationship Type="http://schemas.openxmlformats.org/officeDocument/2006/relationships/notesMaster" Target="/ppt/notesMasters/notesMaster1.xml" Id="R181c5aae42cc4b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33f64814b14bf5" /><Relationship Type="http://schemas.openxmlformats.org/officeDocument/2006/relationships/notesMaster" Target="/ppt/notesMasters/notesMaster1.xml" Id="R6985c524210e42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c8030afe2b435d" /><Relationship Type="http://schemas.openxmlformats.org/officeDocument/2006/relationships/notesMaster" Target="/ppt/notesMasters/notesMaster1.xml" Id="Ra24cf9231203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5abe8f3d884110" /><Relationship Type="http://schemas.openxmlformats.org/officeDocument/2006/relationships/notesMaster" Target="/ppt/notesMasters/notesMaster1.xml" Id="R4c008b8945b049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c483b9de674f0b" /><Relationship Type="http://schemas.openxmlformats.org/officeDocument/2006/relationships/notesMaster" Target="/ppt/notesMasters/notesMaster1.xml" Id="R34311c7a38fc45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07381a92e44a74" /><Relationship Type="http://schemas.openxmlformats.org/officeDocument/2006/relationships/notesMaster" Target="/ppt/notesMasters/notesMaster1.xml" Id="Rc1ab5bb500ef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b5cbfa118041bf" /><Relationship Type="http://schemas.openxmlformats.org/officeDocument/2006/relationships/notesMaster" Target="/ppt/notesMasters/notesMaster1.xml" Id="R5097fe1aa840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073c41d29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d68fca53f4c4e" /><Relationship Type="http://schemas.openxmlformats.org/officeDocument/2006/relationships/slideLayout" Target="/ppt/slideLayouts/slideLayout1.xml" Id="R91c16b3fcef3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16b3fcef3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75df9586a41ca" /><Relationship Type="http://schemas.openxmlformats.org/officeDocument/2006/relationships/notesSlide" Target="/ppt/notesSlides/notesSlide1.xml" Id="R761704a58d63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f062046e646a0" /><Relationship Type="http://schemas.openxmlformats.org/officeDocument/2006/relationships/notesSlide" Target="/ppt/notesSlides/notesSlide2.xml" Id="R1e973546535b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30669a6504ee8" /><Relationship Type="http://schemas.openxmlformats.org/officeDocument/2006/relationships/notesSlide" Target="/ppt/notesSlides/notesSlide3.xml" Id="Rd6484a0495cd44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6a9a12aed41f8" /><Relationship Type="http://schemas.openxmlformats.org/officeDocument/2006/relationships/notesSlide" Target="/ppt/notesSlides/notesSlide4.xml" Id="R99958bb9bccc43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27dadf12a4739" /><Relationship Type="http://schemas.openxmlformats.org/officeDocument/2006/relationships/notesSlide" Target="/ppt/notesSlides/notesSlide5.xml" Id="R7d24c496b6494b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fd21659554cea" /><Relationship Type="http://schemas.openxmlformats.org/officeDocument/2006/relationships/notesSlide" Target="/ppt/notesSlides/notesSlide6.xml" Id="R76150578f15241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50b3a423444cb" /><Relationship Type="http://schemas.openxmlformats.org/officeDocument/2006/relationships/notesSlide" Target="/ppt/notesSlides/notesSlide7.xml" Id="R6d080431ca9b40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3de2a3ee046d9" /><Relationship Type="http://schemas.openxmlformats.org/officeDocument/2006/relationships/notesSlide" Target="/ppt/notesSlides/notesSlide8.xml" Id="R0205a4a9398940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7339e13fb4a58" /><Relationship Type="http://schemas.openxmlformats.org/officeDocument/2006/relationships/notesSlide" Target="/ppt/notesSlides/notesSlide9.xml" Id="Rfbfcf1f53dd84e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26d998df4442e" /><Relationship Type="http://schemas.openxmlformats.org/officeDocument/2006/relationships/notesSlide" Target="/ppt/notesSlides/notesSlide10.xml" Id="Rd8444bbfce6a42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d74fd6fb4fc2" /><Relationship Type="http://schemas.openxmlformats.org/officeDocument/2006/relationships/notesSlide" Target="/ppt/notesSlides/notesSlide11.xml" Id="R8fa012a383404b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7b81313c4dd3" /><Relationship Type="http://schemas.openxmlformats.org/officeDocument/2006/relationships/notesSlide" Target="/ppt/notesSlides/notesSlide12.xml" Id="R24444b2c12004f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8035A-63E8-46FF-AAC9-8D4C1714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7F7D8-C4B7-4117-9455-1F89760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vertical launch becomes a sequence of checked calculations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5360E-C597-4056-B8E7-87B79B2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17478-34F8-4027-B506-027EC85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How can MATLAB calculate the ball’s height at many times and reveal the motion in one labelled plot?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E6DF4-7AC0-402A-839E-502B8038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6191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DA86F-61B5-4701-802F-D5483875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0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launch → rise → peak → return</a:t>
            </a:r>
          </a:p>
        </p:txBody>
      </p:sp>
    </p:spTree>
    <p:extLst>
      <p:ext uri="{BB962C8B-B14F-4D97-AF65-F5344CB8AC3E}">
        <p14:creationId xmlns:p14="http://schemas.microsoft.com/office/powerpoint/2010/main" val="2026638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AC952-0F2C-4601-91A0-6303DA55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ABDB9-F80D-45E6-B65E-0C10500B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 with the physical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45502-7530-4E2C-85AC-5D05B891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Upward is positive; gravity is constant; air resistance is neglected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B4944-3FC1-4CB3-B71A-EB776EDC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888EE-E5D4-4E67-8750-BEB043E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At 0 s: y = 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A8117-3401-466A-8EBE-A202113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BBBC5-3DEA-49F7-924F-B61505BA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The ball rises and slows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9C322-4F94-4B33-B228-C16D357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4D375-409E-4107-A8D3-16B60B6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The graph has one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210E6-2DB3-47D0-B791-7DB90AE6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2C997-C8F4-42A1-9B4A-AF0D7190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It returns toward y = 0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C66D6-EE88-4DF5-8F4B-36CC479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A graph is evidence only if it agrees with this physical story.</a:t>
            </a:r>
          </a:p>
        </p:txBody>
      </p:sp>
    </p:spTree>
    <p:extLst>
      <p:ext uri="{BB962C8B-B14F-4D97-AF65-F5344CB8AC3E}">
        <p14:creationId xmlns:p14="http://schemas.microsoft.com/office/powerpoint/2010/main" val="36708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D027C-BB96-43D9-90CB-FBEDD2E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D2B65-C005-473E-ADD3-E1393D3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model connects physics to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4632F-EBE1-4A9B-AEF6-CC5BF55B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variable carries a value and a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4827F-2ECE-49DF-AD39-B54F1459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71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6377F-BBEB-4E68-BBAB-0D36D0F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918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y(t) = y0 + v0*t - 0.5*g*t^2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7C166-C1EC-4C36-9595-6682A9A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575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40C39-A543-4360-A361-25F9D0E1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0384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y0 = 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B7B71-88C3-4A13-BEDD-4AB73F1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481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89E8C-B5FA-4BE3-84A5-AFA5B23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40290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v0 = 20 m s⁻¹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6158D-802F-4BED-9F3F-2622C06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8387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99EB5-72A4-458D-AA6D-D548D8E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50196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g = 9.81 m s⁻²</a:t>
            </a:r>
          </a:p>
        </p:txBody>
      </p:sp>
    </p:spTree>
    <p:extLst>
      <p:ext uri="{BB962C8B-B14F-4D97-AF65-F5344CB8AC3E}">
        <p14:creationId xmlns:p14="http://schemas.microsoft.com/office/powerpoint/2010/main" val="374771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87EF-DA2A-489C-92F3-91E86F5A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49AAA-0737-4CA9-9CC0-344CE3F5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time array stores many sample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46182-803D-4935-BE01-CB24BB78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one position for every time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10BC0-E39B-4C21-BAB3-92B15DD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A4FAF-9B0F-43CA-9948-04FBFE3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518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 = 0:0.5:4;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A69D-CE03-4A7D-AD3E-E0289C5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Index:   1      2      3      …     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8B52B-17EE-42CD-A43E-E74F7D15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Time:    0    0.5    1.0     …    4.0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2235-846D-4A28-829F-406BB98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MATLAB indexing starts at 1.</a:t>
            </a:r>
          </a:p>
        </p:txBody>
      </p:sp>
    </p:spTree>
    <p:extLst>
      <p:ext uri="{BB962C8B-B14F-4D97-AF65-F5344CB8AC3E}">
        <p14:creationId xmlns:p14="http://schemas.microsoft.com/office/powerpoint/2010/main" val="1561304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8ED7-A6F8-4518-8CF9-D8EBD48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5956C-8FE3-4F35-B276-FF3E9C7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Element-wise operators calculate every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AFBC-B082-4485-9545-BAD47B2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dot tells MATLAB to work value by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0C9D6-F3A1-425E-9C18-20BB9E97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76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C248B-D1D6-4E88-A0B6-FBA9CC54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23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 = y0_m + v0_mps.*t_s - 0.5*g_mps2.*t_s.^2;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312B8-8438-4D7D-97D2-EA35E3A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8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Use .* and .^ when both sides contain arrays.</a:t>
            </a:r>
          </a:p>
        </p:txBody>
      </p:sp>
    </p:spTree>
    <p:extLst>
      <p:ext uri="{BB962C8B-B14F-4D97-AF65-F5344CB8AC3E}">
        <p14:creationId xmlns:p14="http://schemas.microsoft.com/office/powerpoint/2010/main" val="1592088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13A9-27E5-44EC-9A9D-C8937E4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FF4D3-D827-4822-9130-8A29981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lets us test the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E6FB7-3DE1-46F4-9DCB-25719C9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 and units make the result interpretable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E0A9E-FB1D-4F74-9907-4D62C48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123950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3B30C-8D3C-47B4-BF51-B523385F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height y (m)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ABBE4-9076-4A58-9627-9926F896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048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 t (s)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ABA85-ACE9-4921-A870-57917C8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rises → peak → falls</a:t>
            </a:r>
          </a:p>
        </p:txBody>
      </p:sp>
    </p:spTree>
    <p:extLst>
      <p:ext uri="{BB962C8B-B14F-4D97-AF65-F5344CB8AC3E}">
        <p14:creationId xmlns:p14="http://schemas.microsoft.com/office/powerpoint/2010/main" val="2127982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4328B-1DF5-4992-84DD-278779AB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2AE54-D2D5-4F10-A320-4B5B6FC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one value before trusting the whole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202D-25E1-43AF-98C0-E1CB994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index 1, time is 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06814-796D-4C47-8E33-0A27B90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12001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8727F-58B1-4A55-B605-2ACD91D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81375"/>
            <a:ext cx="11468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t_s(1) = 0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y_m(1) = 0 + 20×0 - 0.5×9.81×0² = 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E5FBF-EEED-49C9-A514-89C7404B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0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Known-value check: y(0) = 0 m ✓</a:t>
            </a:r>
          </a:p>
        </p:txBody>
      </p:sp>
    </p:spTree>
    <p:extLst>
      <p:ext uri="{BB962C8B-B14F-4D97-AF65-F5344CB8AC3E}">
        <p14:creationId xmlns:p14="http://schemas.microsoft.com/office/powerpoint/2010/main" val="1305467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C4117-DB64-4400-87B8-4144B8C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8C616-5B27-4530-B390-B9FABEF3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Modify one input and compare the physical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9CB17-DFA4-44EF-9C6D-394FC4B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larger launch speed should increase the peak height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158AF-FD17-45D4-A470-662CF10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BE34-0BFA-4CAA-A4A9-FA529B5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Keep y0 and g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EC87B-C6E2-471A-93C3-1502CD4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2EF16-11BE-4D2D-8BB0-8269D9A2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Change v0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2210D-36EA-4CB8-9EEE-3F2B820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9E34E-5F5B-442A-82B7-44AEB3E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Recalculate the 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944D5-33E6-4E8E-8267-AF62C00E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7887F-4F85-4294-B17B-76E0DAAC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Compare labelled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44C51-4EF5-44A1-A003-63D3307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comparison: change one thing, then explain one change in the graph.</a:t>
            </a:r>
          </a:p>
        </p:txBody>
      </p:sp>
    </p:spTree>
    <p:extLst>
      <p:ext uri="{BB962C8B-B14F-4D97-AF65-F5344CB8AC3E}">
        <p14:creationId xmlns:p14="http://schemas.microsoft.com/office/powerpoint/2010/main" val="1407151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DDBD-1CED-4BF7-8228-0DCDEC62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EA917-3668-43AC-B97E-A4C3654C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Common mistakes have visible clues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99BBA-5907-46E2-ABA0-4961331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Classify the problem before changing the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5EC6-D069-4DD8-857A-52A9CC9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BBB49-175B-47F3-A6D0-D188A62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Missing dot operator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6F89F-9D82-47FE-A914-A30D586D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01B92-3326-4B19-B762-B4920920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Wrong array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380FE-D86D-4B7F-93BD-EC2ED21F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41BD2-7BCF-49C0-BA88-3BE38B7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Unlabelled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4E3D5-7B84-433A-B7B9-C8F58BA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00838-A71A-44D7-B609-54456E7F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Unit or sign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C8C9F-AEA6-4C90-B799-8D1816B9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Ask: is it a syntax, array, plotting, or physical-model defect?</a:t>
            </a:r>
          </a:p>
        </p:txBody>
      </p:sp>
    </p:spTree>
    <p:extLst>
      <p:ext uri="{BB962C8B-B14F-4D97-AF65-F5344CB8AC3E}">
        <p14:creationId xmlns:p14="http://schemas.microsoft.com/office/powerpoint/2010/main" val="320399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B02E-4421-47FE-9E7E-71D29A3A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B0D89-43BD-4413-88F1-B91ECBF5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complete reasoning chain is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7B352-0812-46F6-80D4-52CC9D3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Model → units → array → calculation → plot → check →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3182B-C609-4477-8F1B-6CA4F12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3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code is not the goal. The goal is a result you can explain and validate.</a:t>
            </a:r>
          </a:p>
        </p:txBody>
      </p:sp>
    </p:spTree>
    <p:extLst>
      <p:ext uri="{BB962C8B-B14F-4D97-AF65-F5344CB8AC3E}">
        <p14:creationId xmlns:p14="http://schemas.microsoft.com/office/powerpoint/2010/main" val="1067010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34205-CB0A-4D8C-BDFB-0DC1BCC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72D9E-5C81-44D1-97F6-6A88D849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Checkpoint: read the graph physically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2ADF0-599A-44F5-AAE4-8FE9F145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should the curve show at launch, peak, and return?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9A656-878D-48B6-BDA8-CB7A199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1390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30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graph to support a claim about the ball’s motion—not just to report that it “looks right”.</a:t>
            </a:r>
          </a:p>
        </p:txBody>
      </p:sp>
    </p:spTree>
    <p:extLst>
      <p:ext uri="{BB962C8B-B14F-4D97-AF65-F5344CB8AC3E}">
        <p14:creationId xmlns:p14="http://schemas.microsoft.com/office/powerpoint/2010/main" val="1528826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9BDDE-7F72-4D92-A854-E0E0DD8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0960-2FF9-440D-BD5B-4E3F1B10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614A9-3953-49F9-B931-26C82DA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Name one validation check and one unit you would inspect before submitting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4EAF8-E472-4005-89F1-685ED544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Your evidence should connect the numerical output back to the physical model.</a:t>
            </a:r>
          </a:p>
        </p:txBody>
      </p:sp>
    </p:spTree>
    <p:extLst>
      <p:ext uri="{BB962C8B-B14F-4D97-AF65-F5344CB8AC3E}">
        <p14:creationId xmlns:p14="http://schemas.microsoft.com/office/powerpoint/2010/main" val="635976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2026-09-01T06:43:23.5040000Z</dcterms:created>
  <dcterms:modified xsi:type="dcterms:W3CDTF">2026-09-01T06:43:23.5040000Z</dcterms:modified>
</coreProperties>
</file>