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48910d0a8a4d5f" /><Relationship Type="http://schemas.openxmlformats.org/officeDocument/2006/relationships/extended-properties" Target="/docProps/app.xml" Id="R93ac1001f7124e14" /><Relationship Type="http://schemas.openxmlformats.org/officeDocument/2006/relationships/officeDocument" Target="/ppt/presentation.xml" Id="Re0a03a30411844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eac58ac81a491c"/>
  </p:sldMasterIdLst>
  <p:notesMasterIdLst>
    <p:notesMasterId xmlns:r="http://schemas.openxmlformats.org/officeDocument/2006/relationships" r:id="R67a832a8e87a4900"/>
  </p:notesMasterIdLst>
  <p:sldIdLst>
    <p:sldId xmlns:r="http://schemas.openxmlformats.org/officeDocument/2006/relationships" id="256" r:id="R5787204dcfb24313"/>
    <p:sldId xmlns:r="http://schemas.openxmlformats.org/officeDocument/2006/relationships" id="257" r:id="R87b40b54c73b47af"/>
    <p:sldId xmlns:r="http://schemas.openxmlformats.org/officeDocument/2006/relationships" id="258" r:id="R4fb1eed608b840a2"/>
    <p:sldId xmlns:r="http://schemas.openxmlformats.org/officeDocument/2006/relationships" id="259" r:id="R9e3d2bef8cab4bee"/>
    <p:sldId xmlns:r="http://schemas.openxmlformats.org/officeDocument/2006/relationships" id="260" r:id="R6539a3240e9b45ef"/>
    <p:sldId xmlns:r="http://schemas.openxmlformats.org/officeDocument/2006/relationships" id="261" r:id="Rea72cb54ebb34cee"/>
    <p:sldId xmlns:r="http://schemas.openxmlformats.org/officeDocument/2006/relationships" id="262" r:id="R4af8f5304b4845e7"/>
    <p:sldId xmlns:r="http://schemas.openxmlformats.org/officeDocument/2006/relationships" id="263" r:id="Rba4f8448f9934d6d"/>
    <p:sldId xmlns:r="http://schemas.openxmlformats.org/officeDocument/2006/relationships" id="264" r:id="Rc4896b9e04774d17"/>
    <p:sldId xmlns:r="http://schemas.openxmlformats.org/officeDocument/2006/relationships" id="265" r:id="R73a2146e195c4374"/>
    <p:sldId xmlns:r="http://schemas.openxmlformats.org/officeDocument/2006/relationships" id="266" r:id="Rabc41f3681fc49d3"/>
    <p:sldId xmlns:r="http://schemas.openxmlformats.org/officeDocument/2006/relationships" id="267" r:id="R045cfc5de91b42c6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394f367b8943b6" /><Relationship Type="http://schemas.openxmlformats.org/officeDocument/2006/relationships/slideMaster" Target="/ppt/slideMasters/slideMaster1.xml" Id="Rd9eac58ac81a491c" /><Relationship Type="http://schemas.openxmlformats.org/officeDocument/2006/relationships/notesMaster" Target="/ppt/notesMasters/notesMaster1.xml" Id="R67a832a8e87a4900" /><Relationship Type="http://schemas.openxmlformats.org/officeDocument/2006/relationships/presProps" Target="/ppt/presProps.xml" Id="R557186a7e9964e2a" /><Relationship Type="http://schemas.openxmlformats.org/officeDocument/2006/relationships/tableStyles" Target="/ppt/tableStyles.xml" Id="Rd9da853fa54f4156" /><Relationship Type="http://schemas.openxmlformats.org/officeDocument/2006/relationships/slide" Target="/ppt/slides/slide1.xml" Id="R5787204dcfb24313" /><Relationship Type="http://schemas.openxmlformats.org/officeDocument/2006/relationships/slide" Target="/ppt/slides/slide2.xml" Id="R87b40b54c73b47af" /><Relationship Type="http://schemas.openxmlformats.org/officeDocument/2006/relationships/slide" Target="/ppt/slides/slide3.xml" Id="R4fb1eed608b840a2" /><Relationship Type="http://schemas.openxmlformats.org/officeDocument/2006/relationships/slide" Target="/ppt/slides/slide4.xml" Id="R9e3d2bef8cab4bee" /><Relationship Type="http://schemas.openxmlformats.org/officeDocument/2006/relationships/slide" Target="/ppt/slides/slide5.xml" Id="R6539a3240e9b45ef" /><Relationship Type="http://schemas.openxmlformats.org/officeDocument/2006/relationships/slide" Target="/ppt/slides/slide6.xml" Id="Rea72cb54ebb34cee" /><Relationship Type="http://schemas.openxmlformats.org/officeDocument/2006/relationships/slide" Target="/ppt/slides/slide7.xml" Id="R4af8f5304b4845e7" /><Relationship Type="http://schemas.openxmlformats.org/officeDocument/2006/relationships/slide" Target="/ppt/slides/slide8.xml" Id="Rba4f8448f9934d6d" /><Relationship Type="http://schemas.openxmlformats.org/officeDocument/2006/relationships/slide" Target="/ppt/slides/slide9.xml" Id="Rc4896b9e04774d17" /><Relationship Type="http://schemas.openxmlformats.org/officeDocument/2006/relationships/slide" Target="/ppt/slides/slide10.xml" Id="R73a2146e195c4374" /><Relationship Type="http://schemas.openxmlformats.org/officeDocument/2006/relationships/slide" Target="/ppt/slides/slide11.xml" Id="Rabc41f3681fc49d3" /><Relationship Type="http://schemas.openxmlformats.org/officeDocument/2006/relationships/slide" Target="/ppt/slides/slide12.xml" Id="R045cfc5de91b42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2fa1f2791848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7141331e51493a" /><Relationship Type="http://schemas.openxmlformats.org/officeDocument/2006/relationships/notesMaster" Target="/ppt/notesMasters/notesMaster1.xml" Id="R7a0a37ec2a1c45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7cdc1d8ccc45aa" /><Relationship Type="http://schemas.openxmlformats.org/officeDocument/2006/relationships/notesMaster" Target="/ppt/notesMasters/notesMaster1.xml" Id="Ra3eafe1dda304f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4c4d17428d4270" /><Relationship Type="http://schemas.openxmlformats.org/officeDocument/2006/relationships/notesMaster" Target="/ppt/notesMasters/notesMaster1.xml" Id="R2aa48052274246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f771f300ba4239" /><Relationship Type="http://schemas.openxmlformats.org/officeDocument/2006/relationships/notesMaster" Target="/ppt/notesMasters/notesMaster1.xml" Id="R562464117e0a43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05155162034a37" /><Relationship Type="http://schemas.openxmlformats.org/officeDocument/2006/relationships/notesMaster" Target="/ppt/notesMasters/notesMaster1.xml" Id="Rde345b37ae7d44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631b10d5d34379" /><Relationship Type="http://schemas.openxmlformats.org/officeDocument/2006/relationships/notesMaster" Target="/ppt/notesMasters/notesMaster1.xml" Id="R30adc92aea694a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ed52ea9abb452c" /><Relationship Type="http://schemas.openxmlformats.org/officeDocument/2006/relationships/notesMaster" Target="/ppt/notesMasters/notesMaster1.xml" Id="Rc877f58e73084d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03aeb5cd194c5d" /><Relationship Type="http://schemas.openxmlformats.org/officeDocument/2006/relationships/notesMaster" Target="/ppt/notesMasters/notesMaster1.xml" Id="Rc38cfaa97c2447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a2c220e30c4870" /><Relationship Type="http://schemas.openxmlformats.org/officeDocument/2006/relationships/notesMaster" Target="/ppt/notesMasters/notesMaster1.xml" Id="Ra5129607289747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75ff899bfd431b" /><Relationship Type="http://schemas.openxmlformats.org/officeDocument/2006/relationships/notesMaster" Target="/ppt/notesMasters/notesMaster1.xml" Id="R5822ea717bb745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77e7eefc8e43f7" /><Relationship Type="http://schemas.openxmlformats.org/officeDocument/2006/relationships/notesMaster" Target="/ppt/notesMasters/notesMaster1.xml" Id="R2e1e77059e1a41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a12ae7c24e4144" /><Relationship Type="http://schemas.openxmlformats.org/officeDocument/2006/relationships/notesMaster" Target="/ppt/notesMasters/notesMaster1.xml" Id="R6ba6547a43584a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e9307637e64c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92f402643c43e4" /><Relationship Type="http://schemas.openxmlformats.org/officeDocument/2006/relationships/slideLayout" Target="/ppt/slideLayouts/slideLayout1.xml" Id="R0ed5b80f3c194f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d5b80f3c194f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ef5f682f841a6" /><Relationship Type="http://schemas.openxmlformats.org/officeDocument/2006/relationships/image" Target="/ppt/media/image.png" Id="Rea7b637962ac4ace" /><Relationship Type="http://schemas.openxmlformats.org/officeDocument/2006/relationships/notesSlide" Target="/ppt/notesSlides/notesSlide1.xml" Id="R88c5b0db7f344d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2f10d7f1048f4" /><Relationship Type="http://schemas.openxmlformats.org/officeDocument/2006/relationships/image" Target="/ppt/media/image2.png" Id="Ra8917f7e95a54a98" /><Relationship Type="http://schemas.openxmlformats.org/officeDocument/2006/relationships/notesSlide" Target="/ppt/notesSlides/notesSlide2.xml" Id="R8df0390e8dd846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4020a29cd4c7d" /><Relationship Type="http://schemas.openxmlformats.org/officeDocument/2006/relationships/image" Target="/ppt/media/image3.png" Id="R0feec33ad1ff4b88" /><Relationship Type="http://schemas.openxmlformats.org/officeDocument/2006/relationships/image" Target="/ppt/media/image4.png" Id="Reccac8b2c4d94efe" /><Relationship Type="http://schemas.openxmlformats.org/officeDocument/2006/relationships/notesSlide" Target="/ppt/notesSlides/notesSlide3.xml" Id="R3e5e696c9eba49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79f9c18c04824" /><Relationship Type="http://schemas.openxmlformats.org/officeDocument/2006/relationships/notesSlide" Target="/ppt/notesSlides/notesSlide4.xml" Id="R968a422a510240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11c17f3354149" /><Relationship Type="http://schemas.openxmlformats.org/officeDocument/2006/relationships/notesSlide" Target="/ppt/notesSlides/notesSlide5.xml" Id="R78c5108f1db446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507148c994ded" /><Relationship Type="http://schemas.openxmlformats.org/officeDocument/2006/relationships/image" Target="/ppt/media/image5.png" Id="R6c9d270cfdd9459c" /><Relationship Type="http://schemas.openxmlformats.org/officeDocument/2006/relationships/image" Target="/ppt/media/image6.png" Id="Rdfb9545993f74157" /><Relationship Type="http://schemas.openxmlformats.org/officeDocument/2006/relationships/notesSlide" Target="/ppt/notesSlides/notesSlide6.xml" Id="R5b86a181ed4746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651a457114b73" /><Relationship Type="http://schemas.openxmlformats.org/officeDocument/2006/relationships/notesSlide" Target="/ppt/notesSlides/notesSlide7.xml" Id="R24fe13fffb6040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2dff123b846d4" /><Relationship Type="http://schemas.openxmlformats.org/officeDocument/2006/relationships/image" Target="/ppt/media/image7.png" Id="R9a146cff8a354bbe" /><Relationship Type="http://schemas.openxmlformats.org/officeDocument/2006/relationships/notesSlide" Target="/ppt/notesSlides/notesSlide8.xml" Id="R7f9998ff072a48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06dcaea144b6d" /><Relationship Type="http://schemas.openxmlformats.org/officeDocument/2006/relationships/notesSlide" Target="/ppt/notesSlides/notesSlide9.xml" Id="R6f38129f15d640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78a71520c4a77" /><Relationship Type="http://schemas.openxmlformats.org/officeDocument/2006/relationships/notesSlide" Target="/ppt/notesSlides/notesSlide10.xml" Id="R5fb3bfe1cf0b42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6a2a93b764406" /><Relationship Type="http://schemas.openxmlformats.org/officeDocument/2006/relationships/image" Target="/ppt/media/image8.png" Id="Rdd450740f5694fcf" /><Relationship Type="http://schemas.openxmlformats.org/officeDocument/2006/relationships/image" Target="/ppt/media/image9.png" Id="Rbb90730b64634c04" /><Relationship Type="http://schemas.openxmlformats.org/officeDocument/2006/relationships/notesSlide" Target="/ppt/notesSlides/notesSlide11.xml" Id="R99c41f94890844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4b2305a5b4120" /><Relationship Type="http://schemas.openxmlformats.org/officeDocument/2006/relationships/image" Target="/ppt/media/image10.png" Id="Rd7b3cc2449fc415b" /><Relationship Type="http://schemas.openxmlformats.org/officeDocument/2006/relationships/image" Target="/ppt/media/image11.png" Id="Re0704187330a46f8" /><Relationship Type="http://schemas.openxmlformats.org/officeDocument/2006/relationships/notesSlide" Target="/ppt/notesSlides/notesSlide12.xml" Id="R48fe57f8ca7c4e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06D53-33A6-4778-B1D2-3453FCF2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Physics to Arrays and Plots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84E28-0798-462E-A44F-D1C243B1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Week 1 | From Motion to MATLAB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BCD84-EB69-493E-B889-477D911D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001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PHY4605 Computational Methods in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ED0DC-EE91-433A-930C-BF65DF9C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622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054B-D577-41F2-AD8C-46AC0AD4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24250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5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How can MATLAB calculate a ball’s height at many times and reveal the motion in one labelled plot?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b637962ac4ace"/>
          <a:stretch xmlns:a="http://schemas.openxmlformats.org/drawingml/2006/main"/>
        </p:blipFill>
        <p:spPr>
          <a:xfrm xmlns:a="http://schemas.openxmlformats.org/drawingml/2006/main">
            <a:off x="11620500" y="2476500"/>
            <a:ext cx="2667000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13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612B0-C90C-4B52-8581-3A1CC0C0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C908A-0779-490E-9872-953E2D83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Start with the physical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7651F-1821-4B87-88B6-C74868B2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Upward is positive; gravity is constant; air resistance is neglected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2C7AE-8629-44DB-BFEB-30C09AC7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542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1D135-E582-4A2E-9AF0-9BD4CEC5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4797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1. At 0 s: y = 0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93DD8-4F44-47E2-B84F-8E4FD12E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57600"/>
            <a:ext cx="542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729BD-CFF4-40A4-93E3-8D580C26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2. The ball rises and slows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50E07-3C24-4353-90AA-2E2F7D21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542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5D0D7-6DDB-41B5-A1F1-CF413EB2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3. The graph has one peak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8ADC4-B593-43A7-9EF4-B87E42BB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542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55223-5C06-4B76-B68D-8DB4BA3F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19775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4. It returns toward y = 0 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44E64-727C-4561-A693-F4FA6FFA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70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A graph is evidence only if it agrees with this physical story.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17f7e95a54a98"/>
          <a:stretch xmlns:a="http://schemas.openxmlformats.org/drawingml/2006/main"/>
        </p:blipFill>
        <p:spPr>
          <a:xfrm xmlns:a="http://schemas.openxmlformats.org/drawingml/2006/main">
            <a:off x="8763000" y="3416505"/>
            <a:ext cx="6191250" cy="26919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9140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7BE5B-C9FD-497E-BE1D-FEAE1880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045D4-26C7-4ECC-AB76-21BA67D4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model connects physics to calculation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88B5A-FAD6-49B6-B583-552C4958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Each variable carries a value and a unit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FC5FA-1207-4CE1-B6DE-FA2BABC2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715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0FBDB-A4C9-4FB2-936D-CB395392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81375"/>
            <a:ext cx="9182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Position model: use the LaTeX equation asset below.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174DE-A43F-46DE-AC0F-914174AD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857500"/>
            <a:ext cx="3429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C1365-EB08-402E-B722-002511CC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30384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1. y0 = 0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87544-7A2C-4B08-9A6A-A7CC99DF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848100"/>
            <a:ext cx="3429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F91F2-A006-49ED-9B7D-427160D1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40290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2. v0 = 20 m s⁻¹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63013-60C2-4183-9F94-46BB19C6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838700"/>
            <a:ext cx="3429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18799-573D-43E0-B2C5-D8EEC1BA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50196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3. g = 9.81 m s⁻²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ec33ad1ff4b88"/>
          <a:stretch xmlns:a="http://schemas.openxmlformats.org/drawingml/2006/main"/>
        </p:blipFill>
        <p:spPr>
          <a:xfrm xmlns:a="http://schemas.openxmlformats.org/drawingml/2006/main">
            <a:off x="11620500" y="2966357"/>
            <a:ext cx="4286250" cy="2449286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ac8b2c4d94efe"/>
          <a:stretch xmlns:a="http://schemas.openxmlformats.org/drawingml/2006/main"/>
        </p:blipFill>
        <p:spPr>
          <a:xfrm xmlns:a="http://schemas.openxmlformats.org/drawingml/2006/main">
            <a:off x="3926898" y="3381375"/>
            <a:ext cx="4623955" cy="95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991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E30B7-A1A0-4FCB-A839-8B3BB49D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AD243-4F6B-4B66-8553-3587F4BE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time array stores many sample moments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8E5C7-9781-4563-85C6-BCF467B8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one position for every time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89AC1-7983-4AF2-9E95-0D8F70F2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5715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B0BED-421E-4032-9193-F23749AE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00375"/>
            <a:ext cx="5181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t_s = 0:0.5:4;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15B12-7B6A-4B3E-BE91-9B2B24A8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1143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1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Index:   1      2      3      …      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635EA-08B4-42CD-B349-1B53C3A8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1143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1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Time:    0    0.5    1.0     …    4.0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FE432-4A59-48E7-AECF-62694CE2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58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3262E"/>
                </a:solidFill>
                <a:latin typeface="Nunito"/>
                <a:ea typeface="Nunito"/>
                <a:cs typeface="Nunito"/>
              </a:defRPr>
            </a:pPr>
            <a:r>
              <a:rPr sz="2700" b="1">
                <a:solidFill>
                  <a:srgbClr val="B3262E"/>
                </a:solidFill>
                <a:latin typeface="Nunito"/>
                <a:ea typeface="Nunito"/>
                <a:cs typeface="Nunito"/>
              </a:rPr>
              <a:t>MATLAB indexing starts at 1.</a:t>
            </a:r>
          </a:p>
        </p:txBody>
      </p:sp>
    </p:spTree>
    <p:extLst>
      <p:ext uri="{BB962C8B-B14F-4D97-AF65-F5344CB8AC3E}">
        <p14:creationId xmlns:p14="http://schemas.microsoft.com/office/powerpoint/2010/main" val="1347938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71F6B-6233-45CE-AD05-C37E5E3B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1288E-BFAC-4F5B-8FAA-1E861D20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Element-wise operators calculate every sample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91A09-8235-4C23-9B18-F8B743EA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dot tells MATLAB to work value by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BD48A-91D1-4934-BED6-579E7F5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1476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0079D-B312-4719-BA38-DD2648F4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14230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y_m = y0_m + v0_mps.*t_s - 0.5*g_mps2.*t_s.^2;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DE4F3-295B-462C-8318-6B458394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8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Use .* and .^ when both sides contain arrays.</a:t>
            </a:r>
          </a:p>
        </p:txBody>
      </p:sp>
    </p:spTree>
    <p:extLst>
      <p:ext uri="{BB962C8B-B14F-4D97-AF65-F5344CB8AC3E}">
        <p14:creationId xmlns:p14="http://schemas.microsoft.com/office/powerpoint/2010/main" val="20589342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d270cfdd9459c"/>
          <a:stretch xmlns:a="http://schemas.openxmlformats.org/drawingml/2006/main"/>
        </p:blipFill>
        <p:spPr>
          <a:xfrm xmlns:a="http://schemas.openxmlformats.org/drawingml/2006/main">
            <a:off x="11430000" y="2945034"/>
            <a:ext cx="4286250" cy="268243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77BB2-81EF-4887-91A2-09B816B7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2D9C8-87BD-42F8-B0D4-CEFDB364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labelled plot lets us test the 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6135E-6922-4807-B8DD-1BB53FAE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Axes and units make the result interpretable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426BF-AB40-4621-9524-9DAFD1CF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7810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22456-1B2F-415E-BF5C-5409783E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62375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rises → peak → falls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9545993f74157"/>
          <a:stretch xmlns:a="http://schemas.openxmlformats.org/drawingml/2006/main"/>
        </p:blipFill>
        <p:spPr>
          <a:xfrm xmlns:a="http://schemas.openxmlformats.org/drawingml/2006/main">
            <a:off x="10668000" y="2902931"/>
            <a:ext cx="5334000" cy="33381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83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C66D0-7B3D-4CEE-A0B7-0D9EB598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76C2C-DDFB-4E3C-BFE3-69693DEC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Trace one value before trusting the whole array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6086E-B689-4879-98E6-F9FC0B69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At index 1, time is 0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9B787-447E-4A39-A324-3833A89D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12001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9DFD3-3C9B-43BD-87EA-5CA34F43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81375"/>
            <a:ext cx="114681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t_s(1) = 0</a:t>
            </a:r>
          </a:p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y_m(1) = 0 + 20×0 - 0.5×9.81×0² = 0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571C0-4B06-4C06-82EB-7220DE0E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300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Known-value check: y(0) = 0 m ✓</a:t>
            </a:r>
          </a:p>
        </p:txBody>
      </p:sp>
    </p:spTree>
    <p:extLst>
      <p:ext uri="{BB962C8B-B14F-4D97-AF65-F5344CB8AC3E}">
        <p14:creationId xmlns:p14="http://schemas.microsoft.com/office/powerpoint/2010/main" val="12147204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0848D-7AC4-4648-96B4-0F3FBABF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EECD4-7E41-4545-9FBC-D1B3813A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Modify one input and compare the physical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D75F5-E7B4-4AB7-A872-661CA998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 larger launch speed should increase the peak height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2B3C2-C97D-4A72-B30F-40753FC0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514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82A80-C140-4EDD-8C0B-E31C80F9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4797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1. Keep y0 and g fixed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127E2-2F24-44AD-BAC7-CD833F0A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57600"/>
            <a:ext cx="514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F3CB4-A188-4EF3-8570-D60F1DB6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2. Change v0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A939F-5617-4F3A-9F09-0BB0D79C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514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ACE7B-78F6-445A-99E7-055ADC19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3. Recalculate the array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19AC3-9EEF-4CD7-9DED-02229BF9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514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C9D63-7321-4F64-9A16-F2615897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1977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4. Compare labelled curves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8F6AD-12A1-4A2E-B7FA-9FA57DB0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742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7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Controlled comparison: change one thing, then explain one change in the graph.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46cff8a354bbe"/>
          <a:stretch xmlns:a="http://schemas.openxmlformats.org/drawingml/2006/main"/>
        </p:blipFill>
        <p:spPr>
          <a:xfrm xmlns:a="http://schemas.openxmlformats.org/drawingml/2006/main">
            <a:off x="9144000" y="2990392"/>
            <a:ext cx="6667500" cy="36394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501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02199-5770-4CCD-BE44-3638F571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D7AF4-3408-4E4E-B66B-083E3C2C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Common mistakes have visible clues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E59FD-2884-4C2E-A030-9CF8F45E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Classify the problem before changing the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5F51C-E27D-4E36-85E3-C62ABEC6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533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03E19-7FC6-4861-B108-9648D807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47975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1. Missing dot operator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9B62A-51FF-40F2-9EB1-458756E0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57600"/>
            <a:ext cx="533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CCFFD-1785-452F-9202-75B836F5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2. Wrong array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0E3B7-9091-431E-A718-68E5E2B0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533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F3663-3550-4518-B0E5-D844CD13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3. Unlabelled 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28AF9-41B9-44CE-A75C-DE161A21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533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CF5DC-B385-4A89-9EBA-478B712F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19775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4. Unit or sign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DB8F9-EEFB-434F-A683-80E38CB1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3262E"/>
                </a:solidFill>
                <a:latin typeface="Nunito"/>
                <a:ea typeface="Nunito"/>
                <a:cs typeface="Nunito"/>
              </a:defRPr>
            </a:pPr>
            <a:r>
              <a:rPr sz="2700" b="1">
                <a:solidFill>
                  <a:srgbClr val="B3262E"/>
                </a:solidFill>
                <a:latin typeface="Nunito"/>
                <a:ea typeface="Nunito"/>
                <a:cs typeface="Nunito"/>
              </a:rPr>
              <a:t>Ask: is it a syntax, array, plotting, or physical-model defect?</a:t>
            </a:r>
          </a:p>
        </p:txBody>
      </p:sp>
    </p:spTree>
    <p:extLst>
      <p:ext uri="{BB962C8B-B14F-4D97-AF65-F5344CB8AC3E}">
        <p14:creationId xmlns:p14="http://schemas.microsoft.com/office/powerpoint/2010/main" val="1527802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2B7D2-6E8B-4E0D-9A5B-25F1242D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3DF58-E4F1-4DFA-8173-2004F4E6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complete reasoning chain is reusable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54A45-9FE3-4455-96FC-0245CB57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Model → units → array → calculation → plot → check → explanation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545AB-1BD0-44BF-8793-6B19A041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33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3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code is not the goal. The goal is a result you can explain and validate.</a:t>
            </a:r>
          </a:p>
        </p:txBody>
      </p:sp>
    </p:spTree>
    <p:extLst>
      <p:ext uri="{BB962C8B-B14F-4D97-AF65-F5344CB8AC3E}">
        <p14:creationId xmlns:p14="http://schemas.microsoft.com/office/powerpoint/2010/main" val="4270690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50740f5694fcf"/>
          <a:stretch xmlns:a="http://schemas.openxmlformats.org/drawingml/2006/main"/>
        </p:blipFill>
        <p:spPr>
          <a:xfrm xmlns:a="http://schemas.openxmlformats.org/drawingml/2006/main">
            <a:off x="10861505" y="4095750"/>
            <a:ext cx="4565989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5BDE1-E851-48FA-BA1E-FFF8034C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4CBBB-462B-4DDE-956F-5CFD48F9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Checkpoint: read the graph physically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6BC10-10DC-4C66-ABB1-9D4662A6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What should the curve show at launch, peak, and return?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B5FEF-84C2-4FBC-8122-141D87B0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7810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F3B6A-AD55-4C79-8491-768DFAFD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62375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graph to support a physical claim.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0730b64634c04"/>
          <a:stretch xmlns:a="http://schemas.openxmlformats.org/drawingml/2006/main"/>
        </p:blipFill>
        <p:spPr>
          <a:xfrm xmlns:a="http://schemas.openxmlformats.org/drawingml/2006/main">
            <a:off x="10747606" y="3143250"/>
            <a:ext cx="5174788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6292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3cc2449fc415b"/>
          <a:stretch xmlns:a="http://schemas.openxmlformats.org/drawingml/2006/main"/>
        </p:blipFill>
        <p:spPr>
          <a:xfrm xmlns:a="http://schemas.openxmlformats.org/drawingml/2006/main">
            <a:off x="10831419" y="2857500"/>
            <a:ext cx="4435662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72911-15A4-4A27-ABC9-D5B17F43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AF867-726B-4E2D-BC61-8431D01A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1FE14-2489-4E9E-8C15-06C9C7DA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Name one validation check and one unit you would inspect before submitting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56DDC-3796-4B6F-9561-071A591C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7810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334B6-DF08-4BF2-854F-20395DE7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62375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Connect the numerical output to the physical model.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04187330a46f8"/>
          <a:stretch xmlns:a="http://schemas.openxmlformats.org/drawingml/2006/main"/>
        </p:blipFill>
        <p:spPr>
          <a:xfrm xmlns:a="http://schemas.openxmlformats.org/drawingml/2006/main">
            <a:off x="10668000" y="3330742"/>
            <a:ext cx="5334000" cy="28635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976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2026-09-01T09:00:36.9000000Z</dcterms:created>
  <dcterms:modified xsi:type="dcterms:W3CDTF">2026-09-01T09:00:36.9000000Z</dcterms:modified>
</coreProperties>
</file>