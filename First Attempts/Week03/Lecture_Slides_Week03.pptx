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0–6 min
Checkpoint/question: Ask what must be known before MATLAB can solve for an unknown circuit voltage.
Transition: Position matrix solving as one stage in a longer physical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6–12 min
Checkpoint/question: Which stage would be skipped if AI returned a matrix immediately from a circuit image?
Transition: Connect linear systems to several physical settings before focusing on circuits.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12–18 min
Checkpoint/question: Ask students to name the law behind a matrix row in one non-circuit example.
Transition: Introduce the two-node network and make predictions before equations.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18–25 min
Checkpoint/question: Predict every branch-current direction without calculating magnitudes.
Transition: Lock the reference node, unknown vector, and current signs.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25–31 min
Checkpoint/question: Ask whether a negative solution is automatically unphysical.
Transition: Apply KCL to each unknown node before showing any matrix.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31–39 min
Checkpoint/question: Have students explain why the R3 current appears in both equations with related signs.
Transition: Rearrange coefficients by unknown while preserving units.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39–47 min
Checkpoint/question: Ask students to map each matrix coefficient back to one current term.
Transition: Inspect whether the assembled system has a unique and stable-enough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47–54 min
Checkpoint/question: What circuit-modelling mistake could leave a node floating and make the system singular?
Transition: Solve directly and avoid an unnecessary explicit inverse.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54–61 min
Checkpoint/question: Compare the computed voltage ordering with the original prediction.
Transition: Translate the two node voltages back into four branch currents.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61–68 min
Checkpoint/question: Ask which two currents must match at node B and why.
Transition: Separate algebraic residual evidence from physical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68–75 min
Checkpoint/question: Ask for one wrong matrix that MATLAB could solve accurately.
Transition: Reconstruct KCL directly from branch currents.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75–82 min
Checkpoint/question: Ask what a sign error in the R3 term would do to each node balance.
Transition: Add a whole-network energy-rate check through power.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82–89 min
Checkpoint/question: Why are resistor powers non-negative even when a declared current is negative?
Transition: Contrast residual size with sensitivity to changed component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89–96 min
Checkpoint/question: Ask whether condition number can be reported as the actual percentage error.
Transition: Show a compact failure catalogue and the check that exposes each defect.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96–103 min
Checkpoint/question: Give one defective coefficient and ask which independent test would expose it first.
Transition: Transfer the same reasoning to mesh currents in the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103–109 min
Checkpoint/question: Predict which mesh current is larger before showing the reference values.
Transition: Open bounded capstone problem spaces without forcing an early topic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109–115 min
Checkpoint/question: Ask each group for one observable output and one independent check for a candidate space.
Transition: Close by reconnecting the matrix solve to the complete computational-physics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115–120 min
Checkpoint/question: Exit prompt: name one algebraic check and one physical check, and explain the difference.
Transition: Direct students to the Week 03 individual check before group practical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3/.agent/lecture-slides/raster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3/.agent/lecture-slides/raster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3/.agent/lecture-slides/raster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3/.agent/lecture-slides/raster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3/.agent/lecture-slides/raster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3/.agent/lecture-slides/raster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3/.agent/lecture-slides/raster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3/.agent/lecture-slides/raster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3/.agent/lecture-slides/raster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3/.agent/lecture-slides/raster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3/.agent/lecture-slides/raster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3/.agent/lecture-slides/raster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3/.agent/lecture-slides/raster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3/.agent/lecture-slides/raster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3/.agent/lecture-slides/raster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3/.agent/lecture-slides/raster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3/.agent/lecture-slides/raster/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hairuladib/MATLAB-Drive/Kuliah/computational-physics-course/Week03/.agent/lecture-slides/raster/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Universiti Putra Malaysia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systems through Kirchhoff circuits</dc:title>
  <dc:subject>PHY4605 Week 3 lecture</dc:subject>
  <dc:creator>Computational Methods in Physics</dc:creator>
  <cp:lastModifiedBy>Computational Methods in Physics</cp:lastModifiedBy>
  <cp:revision>1</cp:revision>
  <dcterms:created xsi:type="dcterms:W3CDTF">2026-08-28T03:33:29Z</dcterms:created>
  <dcterms:modified xsi:type="dcterms:W3CDTF">2026-08-28T03:33:29Z</dcterms:modified>
</cp:coreProperties>
</file>