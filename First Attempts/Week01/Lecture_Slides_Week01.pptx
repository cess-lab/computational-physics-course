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0–7 min
Checkpoint/question: Ask students to predict the fraction remaining after one and four half-lives before showing any code.
Transition: Use the question to frame the lecture arc: MATLAB is the instrument, not the physics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7–13 min
Checkpoint/question: Which stage would be missing if we only showed a final plot?
Transition: Make the cycle explicit before introducing the MATLAB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13–19 min
Checkpoint/question: Have students name one quantity that belongs to the physical model and one that belongs to the numerical method.
Transition: Now locate the minimum MATLAB views needed to carry the cycle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19–25 min
Checkpoint/question: Ask: where should the experiment live if a classmate must rerun it tomorrow?
Transition: The next step is naming quantities so the code carries units and assumptions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25–31 min
Checkpoint/question: What unit does lambda_per_h carry? What unit must dt_h carry?
Transition: Use the same naming habits in the physics-based Onramp diagnostic before the decay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31–38 min
Checkpoint/question: Before computing, ask students to predict the initial value, the long-time limit, and whether the model can cross below room temperature.
Transition: The diagnostic uses familiar Onramp operations as evidence; the lecture now applies the same reasoning chain to radioactive decay.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38–45 min
Checkpoint/question: Collect predictions: what should remain after one half-life and four half-lives?
Transition: Translate the symbols into names that MATLAB can store without hiding the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45–51 min
Checkpoint/question: Ask students to explain why lambda_per_h and dt_h must use the same time unit.
Transition: With the parameters named, construct the exact reference before approximating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51–57 min
Checkpoint/question: Ask students to read the reference value at 24 h and state its physical meaning.
Transition: Now replace continuous time with an aligned array of discrete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57–64 min
Checkpoint/question: Point to the first two entries and ask which value is known before the loop runs.
Transition: The derivative approximation supplies the rule that fills the next entry.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64–71 min
Checkpoint/question: Have students identify which term must be dimensionless in the update factor.
Transition: Write the same three-step logic as a minimal MATLAB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71–78 min
Checkpoint/question: Trace one iteration on the board: which stored value is read, changed, and preserved?
Transition: The code is ready; design a fair numerical experiment by changing only dt.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78–84 min
Checkpoint/question: Ask which quantities must not change when comparing timesteps.
Transition: Plot the four approximations against the same exact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84–90 min
Checkpoint/question: Have students rank the curves before revealing the table of final errors.
Transition: Convert the visual impression into a numerical error and cost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90–98 min
Checkpoint/question: Ask students to choose a timestep for a first report and defend it using error plus cost.
Transition: A trustworthy report also needs checks on physics, units, implementation, and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98–105 min
Checkpoint/question: Which assertion would catch a missing initial condition? Which would catch a nonphysical negative population?
Transition: Checks make the result defensible; reproducibility makes the checks portable to another person and another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105–112 min
Checkpoint/question: Invite one student example of a test that an AI-generated answer would not perform automatically.
Transition: Close by turning the full cycle into a practical handoff and exit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112–120 min
Checkpoint/question: Collect the three-sentence exit ticket before students leave.
Transition: End with the practical handoff: complete the entry check, then transfer the reasoning chain to the cooling-model Onramp diagnostic.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1/.agent/lecture-slides/raster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Universiti Putra Malaysia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 physics model to a computational experiment</dc:title>
  <dc:subject>PHY4605 Week 1 lecture</dc:subject>
  <dc:creator>Computational Methods in Physics</dc:creator>
  <cp:lastModifiedBy>Computational Methods in Physics</cp:lastModifiedBy>
  <cp:revision>1</cp:revision>
  <dcterms:created xsi:type="dcterms:W3CDTF">2026-08-28T02:27:05Z</dcterms:created>
  <dcterms:modified xsi:type="dcterms:W3CDTF">2026-08-28T02:27:05Z</dcterms:modified>
</cp:coreProperties>
</file>