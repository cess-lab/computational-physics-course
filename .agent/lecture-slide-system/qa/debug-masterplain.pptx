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5064ce66044094" /><Relationship Type="http://schemas.openxmlformats.org/officeDocument/2006/relationships/extended-properties" Target="/docProps/app.xml" Id="R36aad4230e754f26" /><Relationship Type="http://schemas.openxmlformats.org/officeDocument/2006/relationships/officeDocument" Target="/ppt/presentation.xml" Id="Rc5a9af12059848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562849c6d3469b"/>
    <p:sldMasterId xmlns:r="http://schemas.openxmlformats.org/officeDocument/2006/relationships" id="2147483650" r:id="R6427f1159ccf4671"/>
  </p:sldMasterIdLst>
  <p:notesMasterIdLst>
    <p:notesMasterId xmlns:r="http://schemas.openxmlformats.org/officeDocument/2006/relationships" r:id="R8e9958e4097c4566"/>
  </p:notesMasterIdLst>
  <p:sldIdLst>
    <p:sldId xmlns:r="http://schemas.openxmlformats.org/officeDocument/2006/relationships" id="256" r:id="Rf2c142cd735f486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25a133ffd340ca" /><Relationship Type="http://schemas.openxmlformats.org/officeDocument/2006/relationships/slideMaster" Target="/ppt/slideMasters/slideMaster1.xml" Id="Rb3562849c6d3469b" /><Relationship Type="http://schemas.openxmlformats.org/officeDocument/2006/relationships/slideMaster" Target="/ppt/slideMasters/slideMaster2.xml" Id="R6427f1159ccf4671" /><Relationship Type="http://schemas.openxmlformats.org/officeDocument/2006/relationships/notesMaster" Target="/ppt/notesMasters/notesMaster1.xml" Id="R8e9958e4097c4566" /><Relationship Type="http://schemas.openxmlformats.org/officeDocument/2006/relationships/presProps" Target="/ppt/presProps.xml" Id="Rd3701da6320b4beb" /><Relationship Type="http://schemas.openxmlformats.org/officeDocument/2006/relationships/tableStyles" Target="/ppt/tableStyles.xml" Id="R8b4057cbb83544ea" /><Relationship Type="http://schemas.openxmlformats.org/officeDocument/2006/relationships/slide" Target="/ppt/slides/slide1.xml" Id="Rf2c142cd735f48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b434e480d0c47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08a639753d4ec9" /><Relationship Type="http://schemas.openxmlformats.org/officeDocument/2006/relationships/notesMaster" Target="/ppt/notesMasters/notesMaster1.xml" Id="R948df4cf410f48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Debug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5abf6658646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52ef1608ef4b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Proof Layou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73060f5056461a" /><Relationship Type="http://schemas.openxmlformats.org/officeDocument/2006/relationships/slideLayout" Target="/ppt/slideLayouts/slideLayout1.xml" Id="R702e6bf2bd4a474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d55893bc4f644e0" /><Relationship Type="http://schemas.openxmlformats.org/officeDocument/2006/relationships/slideLayout" Target="/ppt/slideLayouts/slideLayout2.xml" Id="R5882bf2c35ad49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2e6bf2bd4a47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roof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5882bf2c35ad491b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ea2422660a4e61" /><Relationship Type="http://schemas.openxmlformats.org/officeDocument/2006/relationships/notesSlide" Target="/ppt/notesSlides/notesSlide1.xml" Id="R471115f022854e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E5377-BDC0-44B3-9F75-1B3B3ED8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5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Artifact export debug</a:t>
            </a:r>
          </a:p>
        </p:txBody>
      </p:sp>
    </p:spTree>
    <p:extLst>
      <p:ext uri="{BB962C8B-B14F-4D97-AF65-F5344CB8AC3E}">
        <p14:creationId xmlns:p14="http://schemas.microsoft.com/office/powerpoint/2010/main" val="1348214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2026-08-31T11:27:46.3840000Z</dcterms:created>
  <dcterms:modified xsi:type="dcterms:W3CDTF">2026-08-31T11:27:46.3840000Z</dcterms:modified>
</coreProperties>
</file>