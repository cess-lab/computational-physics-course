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3df35a68534e6b" /><Relationship Type="http://schemas.openxmlformats.org/officeDocument/2006/relationships/extended-properties" Target="/docProps/app.xml" Id="Rc93d9fd9f314418a" /><Relationship Type="http://schemas.openxmlformats.org/officeDocument/2006/relationships/officeDocument" Target="/ppt/presentation.xml" Id="R424aba3d5540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eb1d8a9b942c4"/>
  </p:sldMasterIdLst>
  <p:notesMasterIdLst>
    <p:notesMasterId xmlns:r="http://schemas.openxmlformats.org/officeDocument/2006/relationships" r:id="R3f1eb74408ca4b08"/>
  </p:notesMasterIdLst>
  <p:sldIdLst>
    <p:sldId xmlns:r="http://schemas.openxmlformats.org/officeDocument/2006/relationships" id="256" r:id="R394f99e926b64cd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bbab75aba345c8" /><Relationship Type="http://schemas.openxmlformats.org/officeDocument/2006/relationships/slideMaster" Target="/ppt/slideMasters/slideMaster1.xml" Id="R45deb1d8a9b942c4" /><Relationship Type="http://schemas.openxmlformats.org/officeDocument/2006/relationships/notesMaster" Target="/ppt/notesMasters/notesMaster1.xml" Id="R3f1eb74408ca4b08" /><Relationship Type="http://schemas.openxmlformats.org/officeDocument/2006/relationships/presProps" Target="/ppt/presProps.xml" Id="Rc55eeb26f9074665" /><Relationship Type="http://schemas.openxmlformats.org/officeDocument/2006/relationships/tableStyles" Target="/ppt/tableStyles.xml" Id="R5fc5189ebb37483c" /><Relationship Type="http://schemas.openxmlformats.org/officeDocument/2006/relationships/slide" Target="/ppt/slides/slide1.xml" Id="R394f99e926b64c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9d310c10ec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c819588a724236" /><Relationship Type="http://schemas.openxmlformats.org/officeDocument/2006/relationships/notesMaster" Target="/ppt/notesMasters/notesMaster1.xml" Id="R6adaeff443c0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Debug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929dada8c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a282e92d984260" /><Relationship Type="http://schemas.openxmlformats.org/officeDocument/2006/relationships/slideLayout" Target="/ppt/slideLayouts/slideLayout1.xml" Id="Rc54373af5c654e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4373af5c654e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44e4d95d64139" /><Relationship Type="http://schemas.openxmlformats.org/officeDocument/2006/relationships/notesSlide" Target="/ppt/notesSlides/notesSlide1.xml" Id="Rd7ff4e4c7e9d42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7C87E-576F-4C45-B08F-E03E5421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5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Artifact export debug</a:t>
            </a:r>
          </a:p>
        </p:txBody>
      </p:sp>
    </p:spTree>
    <p:extLst>
      <p:ext uri="{BB962C8B-B14F-4D97-AF65-F5344CB8AC3E}">
        <p14:creationId xmlns:p14="http://schemas.microsoft.com/office/powerpoint/2010/main" val="559213318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2026-08-31T11:27:10.7030000Z</dcterms:created>
  <dcterms:modified xsi:type="dcterms:W3CDTF">2026-08-31T11:27:10.7030000Z</dcterms:modified>
</coreProperties>
</file>