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bd65e6f673411f" /><Relationship Type="http://schemas.openxmlformats.org/officeDocument/2006/relationships/extended-properties" Target="/docProps/app.xml" Id="R73cb70bf72014e03" /><Relationship Type="http://schemas.openxmlformats.org/officeDocument/2006/relationships/officeDocument" Target="/ppt/presentation.xml" Id="Rd6ffc750aed749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f3c225fb92416c"/>
    <p:sldMasterId xmlns:r="http://schemas.openxmlformats.org/officeDocument/2006/relationships" id="2147483650" r:id="Ree96f2435182446f"/>
  </p:sldMasterIdLst>
  <p:notesMasterIdLst>
    <p:notesMasterId xmlns:r="http://schemas.openxmlformats.org/officeDocument/2006/relationships" r:id="Rb7f5a05d9c1c4741"/>
  </p:notesMasterIdLst>
  <p:sldIdLst>
    <p:sldId xmlns:r="http://schemas.openxmlformats.org/officeDocument/2006/relationships" id="256" r:id="Rbd7a591bf2ed42b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345b0d27d4439a" /><Relationship Type="http://schemas.openxmlformats.org/officeDocument/2006/relationships/slideMaster" Target="/ppt/slideMasters/slideMaster1.xml" Id="R89f3c225fb92416c" /><Relationship Type="http://schemas.openxmlformats.org/officeDocument/2006/relationships/slideMaster" Target="/ppt/slideMasters/slideMaster2.xml" Id="Ree96f2435182446f" /><Relationship Type="http://schemas.openxmlformats.org/officeDocument/2006/relationships/notesMaster" Target="/ppt/notesMasters/notesMaster1.xml" Id="Rb7f5a05d9c1c4741" /><Relationship Type="http://schemas.openxmlformats.org/officeDocument/2006/relationships/presProps" Target="/ppt/presProps.xml" Id="R9c6ed9f6bb6e4d96" /><Relationship Type="http://schemas.openxmlformats.org/officeDocument/2006/relationships/tableStyles" Target="/ppt/tableStyles.xml" Id="R10a55b9f9a174da0" /><Relationship Type="http://schemas.openxmlformats.org/officeDocument/2006/relationships/slide" Target="/ppt/slides/slide1.xml" Id="Rbd7a591bf2ed42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237074cd0014d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94e952a2fe442c" /><Relationship Type="http://schemas.openxmlformats.org/officeDocument/2006/relationships/notesMaster" Target="/ppt/notesMasters/notesMaster1.xml" Id="R88219173fe2f4b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Debug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44ee2bf6d4d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6ab213194848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Proof 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86674a81514a81" /><Relationship Type="http://schemas.openxmlformats.org/officeDocument/2006/relationships/slideLayout" Target="/ppt/slideLayouts/slideLayout1.xml" Id="Rfaf6e44575e6479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73c11a24f8a4016" /><Relationship Type="http://schemas.openxmlformats.org/officeDocument/2006/relationships/slideLayout" Target="/ppt/slideLayouts/slideLayout2.xml" Id="Rbb54420579fb4b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f6e44575e647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roof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bb54420579fb4b06"/>
  </p:sldLayoutIdLst>
</p:sldMaster>
</file>

<file path=ppt/slideMasters/theme/theme2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12ed0aec6a4b20" /><Relationship Type="http://schemas.openxmlformats.org/officeDocument/2006/relationships/notesSlide" Target="/ppt/notesSlides/notesSlide1.xml" Id="R7654f7d03c764b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1B14A-8D9B-4C9D-BBE6-82B6D5A7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5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Artifact export debug</a:t>
            </a:r>
          </a:p>
        </p:txBody>
      </p:sp>
    </p:spTree>
    <p:extLst>
      <p:ext uri="{BB962C8B-B14F-4D97-AF65-F5344CB8AC3E}">
        <p14:creationId xmlns:p14="http://schemas.microsoft.com/office/powerpoint/2010/main" val="876483239"/>
      </p:ext>
    </p:extLst>
  </p:cSld>
</p:sld>
</file>

<file path=ppt/theme/theme1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2026-08-31T11:27:46.9750000Z</dcterms:created>
  <dcterms:modified xsi:type="dcterms:W3CDTF">2026-08-31T11:27:46.9750000Z</dcterms:modified>
</coreProperties>
</file>