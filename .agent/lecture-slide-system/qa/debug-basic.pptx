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d20f9e9c98407b" /><Relationship Type="http://schemas.openxmlformats.org/officeDocument/2006/relationships/extended-properties" Target="/docProps/app.xml" Id="R423b76f12bf14943" /><Relationship Type="http://schemas.openxmlformats.org/officeDocument/2006/relationships/officeDocument" Target="/ppt/presentation.xml" Id="Rf41dd2c1c2ed49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5de1a2b2ea4742"/>
  </p:sldMasterIdLst>
  <p:notesMasterIdLst>
    <p:notesMasterId xmlns:r="http://schemas.openxmlformats.org/officeDocument/2006/relationships" r:id="R9a9e56d662aa41c3"/>
  </p:notesMasterIdLst>
  <p:sldIdLst>
    <p:sldId xmlns:r="http://schemas.openxmlformats.org/officeDocument/2006/relationships" id="256" r:id="R7f8a3173d28e401a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7fbcafe8094662" /><Relationship Type="http://schemas.openxmlformats.org/officeDocument/2006/relationships/slideMaster" Target="/ppt/slideMasters/slideMaster1.xml" Id="R4d5de1a2b2ea4742" /><Relationship Type="http://schemas.openxmlformats.org/officeDocument/2006/relationships/notesMaster" Target="/ppt/notesMasters/notesMaster1.xml" Id="R9a9e56d662aa41c3" /><Relationship Type="http://schemas.openxmlformats.org/officeDocument/2006/relationships/presProps" Target="/ppt/presProps.xml" Id="R8d735f9e57c7433f" /><Relationship Type="http://schemas.openxmlformats.org/officeDocument/2006/relationships/tableStyles" Target="/ppt/tableStyles.xml" Id="Rf0a588edc6bd4041" /><Relationship Type="http://schemas.openxmlformats.org/officeDocument/2006/relationships/slide" Target="/ppt/slides/slide1.xml" Id="R7f8a3173d28e40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1bb76d74c04b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67c4365de145d7" /><Relationship Type="http://schemas.openxmlformats.org/officeDocument/2006/relationships/notesMaster" Target="/ppt/notesMasters/notesMaster1.xml" Id="R79f82cf3db4248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Debug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e38167a0746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38c938dc63412c" /><Relationship Type="http://schemas.openxmlformats.org/officeDocument/2006/relationships/slideLayout" Target="/ppt/slideLayouts/slideLayout1.xml" Id="R4bee06fcb7be43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ee06fcb7be43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db471eaf1494d" /><Relationship Type="http://schemas.openxmlformats.org/officeDocument/2006/relationships/notesSlide" Target="/ppt/notesSlides/notesSlide1.xml" Id="Ra3f0c48a968042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A86FA-3ED3-433A-A25E-C58C07D8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5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Artifact export debug</a:t>
            </a:r>
          </a:p>
        </p:txBody>
      </p:sp>
    </p:spTree>
    <p:extLst>
      <p:ext uri="{BB962C8B-B14F-4D97-AF65-F5344CB8AC3E}">
        <p14:creationId xmlns:p14="http://schemas.microsoft.com/office/powerpoint/2010/main" val="12118779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2026-08-31T11:27:09.9970000Z</dcterms:created>
  <dcterms:modified xsi:type="dcterms:W3CDTF">2026-08-31T11:27:09.9970000Z</dcterms:modified>
</coreProperties>
</file>