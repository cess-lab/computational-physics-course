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how a familiar launch equation becomes a sequence of traceable actions.
[Sources]
- PHY4605 Course Topic and Difficulty Blueprint
- PHY4605 Lecture Slide Deck Design Specification
- Week02 Content Manifest
- Week02 lecture Live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predict the initial value and overall motion before showing any loop.
[Sources]
- PHY4605 Course Topic and Difficulty Blueprint
- PHY4605 Lecture Slide Deck Design Specification
- Week02 Content Manifest
- Week02 lecture Live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this is the only physical model used in the Core route. The equation is a retained LaTeX asset.
[Sources]
- PHY4605 Course Topic and Difficulty Blueprint
- PHY4605 Lecture Slide Deck Design Specification
- Week02 Content Manifest
- vertical-launch-model.tex/svg/png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read the four jobs aloud. Emphasise that the decomposition can be checked before any syntax is introduced.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each pseudocode action to the nearby code structure. Keep the model update incomplete until the bounded-completion slide.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current_time_s is scalar inside the loop, so the model line uses ordinary scalar operators.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each assignment. Confirm y(0)=0 m and y(0.5)=8.77375 m from the retained MATLAB evidence.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 the completed expression immediately. Expected completion is y0_m + v0_mps*current_time_s - 0.5*g_mps2*current_time_s^2.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bounded parameter modification used in the lecture Live Script: 20 m/s to 15 m/s.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retained MATLAB plot. The model is algebraic and does not impose a ground-contact stop, so negative y after return is outside a ground-limited interpretation.
[Sources]
- PHY4605 Course Topic and Difficulty Blueprint
- PHY4605 Lecture Slide Deck Design Specification
- Week02 Content Manifest
- Week02/.agent/matlab/generate_week02_plot.m
- week02_loop_position_data.csv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categories before diagnosing specific examples.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structural syntax error with an indexing error that can execute without a MATLAB syntax message.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y(0)=0 m does not detect the wrong gravity sign. The initial-value check is Core; the sign convention and predicted trajectory provide the necessary physical diagnosis.
[Sources]
- PHY4605 Course Topic and Difficulty Blueprint
- PHY4605 Lecture Slide Deck Design Specification
- Week02 Content Manifest
- known-initial-value.tex/svg/png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short responses. Retain the distinction between a code-stop syntax defect, a wrong-index defect, and a physical/logical defect.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Ope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8001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PHY4605 Computational Methods in Physics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30250" y="155575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000"/>
              </a:lnSpc>
              <a:buNone/>
            </a:pPr>
            <a:r>
              <a:rPr lang="en-US" sz="55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Pseudocode, Loops</a:t>
            </a:r>
            <a:endParaRPr lang="en-US" sz="555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5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 Debugging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730250" y="3016250"/>
            <a:ext cx="749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2 | Make Each Step Traceable</a:t>
            </a:r>
            <a:endParaRPr lang="en-US" sz="2550" dirty="0"/>
          </a:p>
        </p:txBody>
      </p:sp>
      <p:pic>
        <p:nvPicPr>
          <p:cNvPr id="5" name="Image 0" descr="Vertical launch shown at launch, mid-flight, and near the peak on one vertical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5" y="1111250"/>
            <a:ext cx="24130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0250" y="5461000"/>
            <a:ext cx="952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  →  pseudocode  →  loop  →  debug  →  validate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with a physical prediction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10668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familiar launch model keeps the new load algorithmic</a:t>
            </a:r>
            <a:endParaRPr lang="en-US" sz="2250" dirty="0"/>
          </a:p>
        </p:txBody>
      </p:sp>
      <p:pic>
        <p:nvPicPr>
          <p:cNvPr id="4" name="Image 0" descr="Ball on a strictly vertical launch path without embedded lab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167" y="1651000"/>
            <a:ext cx="2307167" cy="3460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16500" y="1778000"/>
            <a:ext cx="5397500" cy="27940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2250" y="2063750"/>
            <a:ext cx="412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Before any code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334000" y="25717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4000" y="2603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905500" y="262255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upward is positive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334000" y="30035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4000" y="30353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05500" y="305435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air resistance is neglected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334000" y="34353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4000" y="34671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905500" y="348615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first stored position is 0 m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334000" y="38671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34000" y="38989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5905500" y="3917950"/>
            <a:ext cx="3937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ball rises, reaches a peak, then falls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 first: compare later output with expected behaviour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the model before the algorithm</a:t>
            </a:r>
            <a:endParaRPr lang="en-US" sz="4200" dirty="0"/>
          </a:p>
        </p:txBody>
      </p:sp>
      <p:pic>
        <p:nvPicPr>
          <p:cNvPr id="3" name="Image 0" descr="LaTeX-rendered vertical launch position equ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023" y="1778000"/>
            <a:ext cx="4623955" cy="95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0250" y="3111500"/>
            <a:ext cx="2254250" cy="1111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075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y₀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2075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 m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3365500" y="3111500"/>
            <a:ext cx="2254250" cy="1111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5600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v₀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355600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 m s⁻¹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000750" y="3111500"/>
            <a:ext cx="2254250" cy="1111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125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19125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9.81 m s⁻²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636000" y="3111500"/>
            <a:ext cx="2254250" cy="1111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2650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t_s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882650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0:0.5:4 s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 each chosen time, calculate one vertical position in metres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Break one physics task into small actions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20750" y="2095500"/>
            <a:ext cx="2159000" cy="20955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" y="238125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INPUT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889250"/>
            <a:ext cx="171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parameters and ordered times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3143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87750" y="2095500"/>
            <a:ext cx="2159000" cy="20955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8250" y="238125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CALCULATE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810000" y="2889250"/>
            <a:ext cx="171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current time in the position equation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810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54750" y="2095500"/>
            <a:ext cx="2159000" cy="20955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5250" y="238125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OUTPUT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477000" y="2889250"/>
            <a:ext cx="171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one position and later plot the array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477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21750" y="2095500"/>
            <a:ext cx="2159000" cy="20955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2250" y="238125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0" y="2889250"/>
            <a:ext cx="171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 the known first value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 is an algorithm map, not MATLAB punctuation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Map pseudocode to one code block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84250" y="180975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40500" y="180975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structure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0250" y="2222500"/>
            <a:ext cx="4826000" cy="288925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500" y="25717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2603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92250" y="26162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Make one position slot per time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52500" y="31432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175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92250" y="31877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Repeat while k moves through the time array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52500" y="37147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3746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92250" y="37592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current t_s(k)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52500" y="42862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4318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92250" y="43307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the answer into y_m(k)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6381750" y="2222500"/>
            <a:ext cx="4826000" cy="2889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4000" y="2413000"/>
            <a:ext cx="4381500" cy="250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y_m = zeros(size(t_s));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y_m(k) = ...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5715000" y="3619500"/>
            <a:ext cx="47625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for-loop fills one array entry at a time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0250" y="1809750"/>
            <a:ext cx="6191250" cy="317500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2500" y="2000250"/>
            <a:ext cx="574675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sample_index = 1:n_samples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current_time_s = t_s(sample_index);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y_m(sample_index) = y0_m + v0_mps*current_time_s ...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- 0.5*g_mps2*current_time_s^2;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302500" y="193675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index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02500" y="228600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250" y="23749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64500" y="228600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0" y="23749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826500" y="228600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0" y="23749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88500" y="228600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0250" y="23749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350500" y="228600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82250" y="23749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302500" y="292100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 (s)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302500" y="327025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4250" y="335915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64500" y="327025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6250" y="335915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826500" y="327025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8250" y="335915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588500" y="327025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0250" y="335915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350500" y="3270250"/>
            <a:ext cx="6604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82250" y="335915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302500" y="390525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position (m)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302500" y="4254500"/>
            <a:ext cx="6604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4250" y="43434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0.00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064500" y="4254500"/>
            <a:ext cx="6604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6250" y="43434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8.77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826500" y="4254500"/>
            <a:ext cx="6604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8250" y="43434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15.10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588500" y="4254500"/>
            <a:ext cx="6604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20250" y="43434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0350500" y="4254500"/>
            <a:ext cx="6604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82250" y="43434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1.52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index → same time slot → same position slot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Trace the first two iterations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10668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Follow the index, current time, calculation, and storage location in order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905000"/>
            <a:ext cx="4826000" cy="3016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250" y="219075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Iteration 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16000" y="28892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sample_index =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16000" y="34925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 = 0.0 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000" y="4095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y_m(1) = 0.00000 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27750" y="1905000"/>
            <a:ext cx="4826000" cy="3016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1750" y="219075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Iteration 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413500" y="28892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sample_index = 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3500" y="34925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 = 0.5 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13500" y="4095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y_m(2) = 8.77375 m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Trace a symbol, then interpret the stored number physically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Complete the one missing calculation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0250" y="1905000"/>
            <a:ext cx="6540500" cy="298450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2500" y="2095500"/>
            <a:ext cx="6096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sample_index = 1:n_samples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current_time_s = t_s(sample_index);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y_m(sample_index) = __________________________;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7810500" y="2000250"/>
            <a:ext cx="3175000" cy="28575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6250" y="2222500"/>
            <a:ext cx="260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Bounded task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096250" y="2857500"/>
            <a:ext cx="2603500" cy="155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named model quantities: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y0_m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v0_mps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g_mps2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Check: the first loop pass stores y_m(1) = 0 m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 before changing a parameter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20750" y="2095500"/>
            <a:ext cx="4127500" cy="2127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6500" y="23812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Original input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1206500" y="2889250"/>
            <a:ext cx="3302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0" y="30797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v0_mps = 20;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06500" y="3619500"/>
            <a:ext cx="330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 m s⁻¹; same y0_m, g_mps2, and t_s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8500" y="2095500"/>
            <a:ext cx="4127500" cy="2127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4250" y="23812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Modify one input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7334250" y="2889250"/>
            <a:ext cx="3302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6500" y="30797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v0_lower_mps = 15;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334250" y="3619500"/>
            <a:ext cx="330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 s⁻¹; rerun the same loop pattern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34000" y="3175000"/>
            <a:ext cx="1397000" cy="0"/>
          </a:xfrm>
          <a:prstGeom prst="line">
            <a:avLst/>
          </a:prstGeom>
          <a:noFill/>
          <a:ln w="3175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Lower launch speed gives a lower maximum position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Read the loop output as evidence</a:t>
            </a:r>
            <a:endParaRPr lang="en-US" sz="4200" dirty="0"/>
          </a:p>
        </p:txBody>
      </p:sp>
      <p:pic>
        <p:nvPicPr>
          <p:cNvPr id="3" name="Image 0" descr="MATLAB-generated position-time curves for launch speeds 20 m/s and 15 m/s with initial-value 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925" y="1778000"/>
            <a:ext cx="5538649" cy="3651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809750"/>
            <a:ext cx="3270250" cy="349250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55000" y="2032000"/>
            <a:ext cx="27622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 the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55000" y="27940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55000" y="28257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794750" y="2844800"/>
            <a:ext cx="21272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both curves begin at 0 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55000" y="33337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0" y="3365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794750" y="3359150"/>
            <a:ext cx="21272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 s⁻¹ reaches a lower sampled peak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55000" y="400050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5000" y="4032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794750" y="4019550"/>
            <a:ext cx="21272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Negative y after crossing 0 m extends the algebraic model below the launch level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 the graph’s trend, units, and validity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Classify the defect before debugging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0250" y="2032000"/>
            <a:ext cx="3206750" cy="27305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250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155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cannot complete the intended code structure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7155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missing end, quote, or bracket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4318000" y="2032000"/>
            <a:ext cx="3206750" cy="27305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025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Array / indexing / operator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5930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may run but reads or stores the wrong values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5930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wrong index, size, * or .*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7905750" y="2032000"/>
            <a:ext cx="3206750" cy="27305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Physical / logical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4705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runs but implements the wrong physics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14705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wrong sign, unit, or assumption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“The code ran” is not proof that the calculation or physics is correct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 stops; indexing can fail silently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0250" y="1905000"/>
            <a:ext cx="4826000" cy="31750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000" y="2190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 defect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984250" y="2730500"/>
            <a:ext cx="4318000" cy="1492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6500" y="2921000"/>
            <a:ext cx="3873500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y_m(k) = y0_m + v0_mps*t - 0.5*g_mps2*t^2;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missing end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016000" y="4476750"/>
            <a:ext cx="412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cannot determine where the loop ends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381750" y="1905000"/>
            <a:ext cx="4826000" cy="31750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0" y="2190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Indexing defect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6635750" y="2730500"/>
            <a:ext cx="4318000" cy="1492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921000"/>
            <a:ext cx="3873500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y_bad(1) = y0_m + v0_mps*t - 0.5*g_mps2*t^2;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667500" y="4476750"/>
            <a:ext cx="412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runs, but every pass overwrites the same storage slot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864"/>
              </a:lnSpc>
              <a:buNone/>
            </a:pPr>
            <a:r>
              <a:rPr lang="en-US" sz="42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Known value checks the start; physics checks the sign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0250" y="1905000"/>
            <a:ext cx="4572000" cy="28575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000" y="219075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Known initial value</a:t>
            </a:r>
            <a:endParaRPr lang="en-US" sz="2550" dirty="0"/>
          </a:p>
        </p:txBody>
      </p:sp>
      <p:pic>
        <p:nvPicPr>
          <p:cNvPr id="5" name="Image 0" descr="LaTeX-rendered known initial value y(0)=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0" y="2852674"/>
            <a:ext cx="2984500" cy="6446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500" y="39370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assert(y_m(1) == y0_m)</a:t>
            </a:r>
            <a:endParaRPr lang="en-US" sz="1875" dirty="0"/>
          </a:p>
        </p:txBody>
      </p:sp>
      <p:sp>
        <p:nvSpPr>
          <p:cNvPr id="7" name="Shape 4"/>
          <p:cNvSpPr/>
          <p:nvPr/>
        </p:nvSpPr>
        <p:spPr>
          <a:xfrm>
            <a:off x="6413500" y="1905000"/>
            <a:ext cx="4826000" cy="30480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9250" y="21907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Physical-sign defect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6794500" y="2730500"/>
            <a:ext cx="4064000" cy="101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16750" y="2921000"/>
            <a:ext cx="361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y_wrong(k) = y0_m + v0_mps*t ...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+ 0.5*g_mps2*t^2;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794500" y="3873500"/>
            <a:ext cx="406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Initial check: PASS at t = 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94500" y="4159250"/>
            <a:ext cx="406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Physics check: FAIL - gravity acts upward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794500" y="4508500"/>
            <a:ext cx="406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Repair: subtract the gravity term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evidence and physical reasoning should agree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2 exit ticket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10668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same vertical-launch model and explain your reasoning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93750" y="17780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50" y="18097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1803400"/>
            <a:ext cx="8953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Put input, calculation, output, and check in a sensible order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28750" y="236220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750" y="25717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3750" y="2603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2597150"/>
            <a:ext cx="8953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 sample_index = 2, what time does t_s(sample_index) select?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428750" y="315595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750" y="3365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750" y="3397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28750" y="3390900"/>
            <a:ext cx="8953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Give one syntax or indexing defect and the evidence you would inspect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428750" y="394970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750" y="415925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750" y="4191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8750" y="4184650"/>
            <a:ext cx="8953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the initial-value validation and one physical conclusion from the graph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Next: solve a 2 × 2 circuit model and validate the currents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Universiti Putra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PHY4605 Week 02 - Pseudocode, Loops, and Debugging</dc:title>
  <dc:subject>Week 02 - Pseudocode, Loops, and Debugging</dc:subject>
  <dc:creator>PHY4605 Computational Methods in Physics</dc:creator>
  <cp:lastModifiedBy>PHY4605 Computational Methods in Physics</cp:lastModifiedBy>
  <cp:revision>1</cp:revision>
  <dcterms:created xsi:type="dcterms:W3CDTF">2026-09-01T09:29:05Z</dcterms:created>
  <dcterms:modified xsi:type="dcterms:W3CDTF">2026-09-01T09:29:05Z</dcterms:modified>
</cp:coreProperties>
</file>