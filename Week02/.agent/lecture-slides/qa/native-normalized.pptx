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 how a familiar launch equation becomes a sequence of traceable actions.
[Sources]
- PHY4605 Course Topic and Difficulty Blueprint
- PHY4605 Lecture Slide Deck Design Specification
- Week02 Content Manifest
- Week02 lecture Live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students to predict the initial value and overall motion before showing any loop.
[Sources]
- PHY4605 Course Topic and Difficulty Blueprint
- PHY4605 Lecture Slide Deck Design Specification
- Week02 Content Manifest
- Week02 lecture Live Script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that this is the only physical model used in the Core route. The equation is a retained LaTeX asset.
[Sources]
- PHY4605 Course Topic and Difficulty Blueprint
- PHY4605 Lecture Slide Deck Design Specification
- Week02 Content Manifest
- vertical-launch-model.tex/svg/png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read the four jobs aloud. Emphasise that the decomposition can be checked before any syntax is introduced.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each pseudocode action to the nearby code structure. Keep the model update incomplete until the bounded-completion slide.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current_time_s is scalar inside the loop, so the model line uses ordinary scalar operators.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each assignment. Confirm y(0)=0 m and y(0.5)=8.77375 m from the retained MATLAB evidence.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reveal the completed expression immediately. Expected completion is y0_m + v0_mps*current_time_s - 0.5*g_mps2*current_time_s^2.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bounded parameter modification used in the lecture Live Script: 20 m/s to 15 m/s.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retained MATLAB plot. The model is algebraic and does not impose a ground-contact stop, so negative y after return is outside a ground-limited interpretation.
[Sources]
- PHY4605 Course Topic and Difficulty Blueprint
- PHY4605 Lecture Slide Deck Design Specification
- Week02 Content Manifest
- Week02/.agent/matlab/generate_week02_plot.m
- week02_loop_position_data.csv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three categories before diagnosing specific examples.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a structural syntax error with an indexing error that can execute without a MATLAB syntax message.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y(0)=0 m does not detect the wrong gravity sign. The initial-value check is Core; the sign convention and predicted trajectory provide the necessary physical diagnosis.
[Sources]
- PHY4605 Course Topic and Difficulty Blueprint
- PHY4605 Lecture Slide Deck Design Specification
- Week02 Content Manifest
- known-initial-value.tex/svg/png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short responses. Retain the distinction between a code-stop syntax defect, a wrong-index defect, and a physical/logical defect.
[Sources]
- PHY4605 Course Topic and Difficulty Blueprint
- PHY4605 Lecture Slide Deck Design Specification
- Week02 Content Manifest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Open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Y4605 Content T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800100"/>
            <a:ext cx="571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PHY4605 Computational Methods in Physics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730250" y="155575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Pseudocode, Loops</a:t>
            </a:r>
            <a:endParaRPr lang="en-US" sz="6150" dirty="0"/>
          </a:p>
          <a:p>
            <a:pPr indent="0" marL="0">
              <a:buNone/>
            </a:pPr>
            <a:r>
              <a:rPr lang="en-US" sz="61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 Debugging</a:t>
            </a:r>
            <a:endParaRPr lang="en-US" sz="6150" dirty="0"/>
          </a:p>
        </p:txBody>
      </p:sp>
      <p:sp>
        <p:nvSpPr>
          <p:cNvPr id="4" name="Text 2"/>
          <p:cNvSpPr/>
          <p:nvPr/>
        </p:nvSpPr>
        <p:spPr>
          <a:xfrm>
            <a:off x="730250" y="3016250"/>
            <a:ext cx="749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2 | Make Each Step Traceable</a:t>
            </a:r>
            <a:endParaRPr lang="en-US" sz="2550" dirty="0"/>
          </a:p>
        </p:txBody>
      </p:sp>
      <p:pic>
        <p:nvPicPr>
          <p:cNvPr id="5" name="Image 0" descr="Vertical launch shown at launch, mid-flight, and near the peak on one vertical p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4375" y="1111250"/>
            <a:ext cx="2413000" cy="361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0250" y="5461000"/>
            <a:ext cx="952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model  →  pseudocode  →  loop  →  debug  →  validate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Start with a physical prediction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familiar launch model keeps the new load algorithmic</a:t>
            </a:r>
            <a:endParaRPr lang="en-US" sz="2250" dirty="0"/>
          </a:p>
        </p:txBody>
      </p:sp>
      <p:pic>
        <p:nvPicPr>
          <p:cNvPr id="4" name="Image 0" descr="Ball on a strictly vertical launch path without embedded lab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167" y="1651000"/>
            <a:ext cx="2307167" cy="34607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16500" y="1778000"/>
            <a:ext cx="5397500" cy="27940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02250" y="2063750"/>
            <a:ext cx="412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Before any code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334000" y="2603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4000" y="2635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905500" y="26543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upward is positive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5334000" y="30480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4000" y="30797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905500" y="30988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air resistance is neglected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5334000" y="3492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34000" y="3524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905500" y="35433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first stored position is 0 m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5334000" y="39370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34000" y="39687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5905500" y="3987800"/>
            <a:ext cx="393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ball rises, reaches a peak, then falls</a:t>
            </a:r>
            <a:endParaRPr lang="en-US" sz="2100" dirty="0"/>
          </a:p>
        </p:txBody>
      </p:sp>
      <p:sp>
        <p:nvSpPr>
          <p:cNvPr id="19" name="Shape 1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 first: every later check is easier when the expected behaviour is stated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Name the model before you write steps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Every loop pass evaluates the same familiar position rule</a:t>
            </a:r>
            <a:endParaRPr lang="en-US" sz="2250" dirty="0"/>
          </a:p>
        </p:txBody>
      </p:sp>
      <p:pic>
        <p:nvPicPr>
          <p:cNvPr id="4" name="Image 0" descr="LaTeX-rendered vertical launch position equ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4023" y="1619250"/>
            <a:ext cx="4623955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0250" y="3111500"/>
            <a:ext cx="2254250" cy="1111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2075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y₀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2075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 m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365500" y="3111500"/>
            <a:ext cx="2254250" cy="1111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5600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v₀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355600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 m s⁻¹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6000750" y="3111500"/>
            <a:ext cx="2254250" cy="1111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9125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</a:t>
            </a:r>
            <a:endParaRPr lang="en-US" sz="2550" dirty="0"/>
          </a:p>
        </p:txBody>
      </p:sp>
      <p:sp>
        <p:nvSpPr>
          <p:cNvPr id="13" name="Text 10"/>
          <p:cNvSpPr/>
          <p:nvPr/>
        </p:nvSpPr>
        <p:spPr>
          <a:xfrm>
            <a:off x="619125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9.81 m s⁻²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8636000" y="3111500"/>
            <a:ext cx="2254250" cy="1111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6500" y="3333750"/>
            <a:ext cx="187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t_s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8826500" y="3746500"/>
            <a:ext cx="187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0:0.5:4 s</a:t>
            </a:r>
            <a:endParaRPr lang="en-US" sz="2100" dirty="0"/>
          </a:p>
        </p:txBody>
      </p:sp>
      <p:sp>
        <p:nvSpPr>
          <p:cNvPr id="17" name="Shape 14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Plain language: at each chosen time, calculate one vertical position in metres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Break one physics task into small actions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 says what must happen before MATLAB says how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20750" y="2286000"/>
            <a:ext cx="2159000" cy="16510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1250" y="254000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INPUT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143000" y="3048000"/>
            <a:ext cx="171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parameters and ordered times</a:t>
            </a:r>
            <a:endParaRPr lang="en-US" sz="2025" dirty="0"/>
          </a:p>
        </p:txBody>
      </p:sp>
      <p:sp>
        <p:nvSpPr>
          <p:cNvPr id="7" name="Shape 5"/>
          <p:cNvSpPr/>
          <p:nvPr/>
        </p:nvSpPr>
        <p:spPr>
          <a:xfrm>
            <a:off x="3143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87750" y="2286000"/>
            <a:ext cx="2159000" cy="16510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8250" y="254000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CALCULATE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810000" y="3048000"/>
            <a:ext cx="171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current time in the position equation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5810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54750" y="2286000"/>
            <a:ext cx="2159000" cy="16510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5250" y="254000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OUTPUT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477000" y="3048000"/>
            <a:ext cx="171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one position and later plot the array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8477250" y="3111500"/>
            <a:ext cx="31750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921750" y="2286000"/>
            <a:ext cx="2159000" cy="16510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2250" y="2540000"/>
            <a:ext cx="177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0" y="3048000"/>
            <a:ext cx="1714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confirm the known first value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 is an algorithm map, not MATLAB punctuation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 maps each action to one code block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loop repeats one scalar calculation for every stored time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84250" y="180975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Pseudocode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540500" y="180975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structure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730250" y="2222500"/>
            <a:ext cx="4826000" cy="288925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2500" y="25717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2500" y="2603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92250" y="26162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Make one position slot per time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952500" y="31432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500" y="3175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492250" y="31877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Repeat while k moves through the time array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52500" y="37147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2500" y="37465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92250" y="37592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current t_s(k)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952500" y="42862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" y="4318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92250" y="4330700"/>
            <a:ext cx="358775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25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Store the answer into y_m(k)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6381750" y="2222500"/>
            <a:ext cx="4826000" cy="2889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4000" y="2413000"/>
            <a:ext cx="4381500" cy="2508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y_m = zeros(size(t_s));</a:t>
            </a:r>
            <a:endParaRPr lang="en-US" sz="1950" dirty="0"/>
          </a:p>
          <a:p>
            <a:pPr indent="0" marL="0">
              <a:buNone/>
            </a:pP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y_m(k) = ...</a:t>
            </a:r>
            <a:endParaRPr lang="en-US" sz="1950" dirty="0"/>
          </a:p>
          <a:p>
            <a:pPr indent="0" marL="0">
              <a:buNone/>
            </a:pPr>
            <a:r>
              <a:rPr lang="en-US" sz="19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715000" y="3619500"/>
            <a:ext cx="476250" cy="0"/>
          </a:xfrm>
          <a:prstGeom prst="line">
            <a:avLst/>
          </a:prstGeom>
          <a:noFill/>
          <a:ln w="28575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for-loop fills one array entry at a time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same index selects the matching input and output slots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809750"/>
            <a:ext cx="6191250" cy="317500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2000250"/>
            <a:ext cx="574675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sample_index = 1:n_samples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current_time_s = t_s(sample_index);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y_m(sample_index) = y0_m + v0_mps*current_time_s ...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- 0.5*g_mps2*current_time_s^2;</a:t>
            </a:r>
            <a:endParaRPr lang="en-US" sz="1725" dirty="0"/>
          </a:p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7302500" y="193675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index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302500" y="228600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27900" y="23749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8013700" y="228600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39100" y="23749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8724900" y="228600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50300" y="23749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436100" y="228600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1500" y="23749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147300" y="228600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72700" y="23749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302500" y="292100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time (s)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7302500" y="327025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7900" y="33591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0.0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13700" y="327025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39100" y="33591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0.5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8724900" y="327025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0300" y="33591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9436100" y="327025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61500" y="33591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147300" y="3270250"/>
            <a:ext cx="584200" cy="39370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72700" y="335915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4.0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302500" y="3905250"/>
            <a:ext cx="14605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position (m)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7302500" y="4254500"/>
            <a:ext cx="5842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27900" y="43434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0.00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8013700" y="4254500"/>
            <a:ext cx="5842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39100" y="43434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8.77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724900" y="4254500"/>
            <a:ext cx="5842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0300" y="43434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15.10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9436100" y="4254500"/>
            <a:ext cx="5842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1500" y="43434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…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0147300" y="4254500"/>
            <a:ext cx="584200" cy="3937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72700" y="4343400"/>
            <a:ext cx="533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1.52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index → same time slot → same position slot</a:t>
            </a:r>
            <a:endParaRPr lang="en-US" sz="2325" dirty="0"/>
          </a:p>
        </p:txBody>
      </p:sp>
      <p:sp>
        <p:nvSpPr>
          <p:cNvPr id="41" name="Text 3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Trace the first two loop iterations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Follow the index, current time, calculation, and storage location in order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905000"/>
            <a:ext cx="4826000" cy="3016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4250" y="219075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Iteration 1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016000" y="28892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sample_index = 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16000" y="34925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 = 0.0 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16000" y="4095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y_m(1) = 0.00000 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127750" y="1905000"/>
            <a:ext cx="4826000" cy="3016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1750" y="2190750"/>
            <a:ext cx="4127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Iteration 2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413500" y="28892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sample_index = 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13500" y="349250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 = 0.5 s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413500" y="4095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y_m(2) = 8.77375 m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Trace one symbol at a time, then say what the stored number means physically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Complete the one missing calculation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current scalar time, then store the result in the matching slot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905000"/>
            <a:ext cx="6540500" cy="298450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2095500"/>
            <a:ext cx="6096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sample_index = 1:n_samples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current_time_s = t_s(sample_index);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y_m(sample_index) = __________________________;</a:t>
            </a:r>
            <a:endParaRPr lang="en-US" sz="1875" dirty="0"/>
          </a:p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7810500" y="2000250"/>
            <a:ext cx="3175000" cy="26670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6250" y="2286000"/>
            <a:ext cx="260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62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Bounded task</a:t>
            </a:r>
            <a:endParaRPr lang="en-US" sz="2625" dirty="0"/>
          </a:p>
        </p:txBody>
      </p:sp>
      <p:sp>
        <p:nvSpPr>
          <p:cNvPr id="8" name="Text 6"/>
          <p:cNvSpPr/>
          <p:nvPr/>
        </p:nvSpPr>
        <p:spPr>
          <a:xfrm>
            <a:off x="8096250" y="2825750"/>
            <a:ext cx="2603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only the model quantities already named:</a:t>
            </a:r>
            <a:endParaRPr lang="en-US" sz="1950" dirty="0"/>
          </a:p>
          <a:p>
            <a:pPr algn="ctr" indent="0" marL="0">
              <a:buNone/>
            </a:pP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y0_m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v0_mps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g_mps2</a:t>
            </a:r>
            <a:endParaRPr lang="en-US" sz="1950" dirty="0"/>
          </a:p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current_time_s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Check after completing: does the first loop pass still store y_m(1) = 0 m?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 before changing one parameter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Lower the launch speed only; keep the model and loop structure unchanged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20750" y="2095500"/>
            <a:ext cx="4127500" cy="2127250"/>
          </a:xfrm>
          <a:prstGeom prst="roundRect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6500" y="23812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Original input</a:t>
            </a:r>
            <a:endParaRPr lang="en-US" sz="2625" dirty="0"/>
          </a:p>
        </p:txBody>
      </p:sp>
      <p:sp>
        <p:nvSpPr>
          <p:cNvPr id="6" name="Shape 4"/>
          <p:cNvSpPr/>
          <p:nvPr/>
        </p:nvSpPr>
        <p:spPr>
          <a:xfrm>
            <a:off x="1206500" y="2889250"/>
            <a:ext cx="3302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28750" y="30797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v0_mps = 20;   % m s^-1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206500" y="371475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same y0_m, g_mps2, and t_s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048500" y="2095500"/>
            <a:ext cx="4127500" cy="212725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4250" y="238125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Modify one input</a:t>
            </a:r>
            <a:endParaRPr lang="en-US" sz="2625" dirty="0"/>
          </a:p>
        </p:txBody>
      </p:sp>
      <p:sp>
        <p:nvSpPr>
          <p:cNvPr id="11" name="Shape 9"/>
          <p:cNvSpPr/>
          <p:nvPr/>
        </p:nvSpPr>
        <p:spPr>
          <a:xfrm>
            <a:off x="7334250" y="2889250"/>
            <a:ext cx="3302000" cy="571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6500" y="30797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2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v0_lower_mps = 15;   % m s^-1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7334250" y="371475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rerun the same loop pattern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334000" y="3175000"/>
            <a:ext cx="1397000" cy="0"/>
          </a:xfrm>
          <a:prstGeom prst="line">
            <a:avLst/>
          </a:prstGeom>
          <a:noFill/>
          <a:ln w="31750">
            <a:solidFill>
              <a:srgbClr val="AAB4B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Prediction: the lower launch speed should produce a lower maximum position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Read the loop output as physical evidence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MATLAB figure must agree with the prediction and the known initial value</a:t>
            </a:r>
            <a:endParaRPr lang="en-US" sz="2250" dirty="0"/>
          </a:p>
        </p:txBody>
      </p:sp>
      <p:pic>
        <p:nvPicPr>
          <p:cNvPr id="4" name="Image 0" descr="MATLAB-generated position-time curves for launch speeds 20 m/s and 15 m/s with initial-value mark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608" y="1555750"/>
            <a:ext cx="5875784" cy="387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86750" y="1809750"/>
            <a:ext cx="2984500" cy="2857500"/>
          </a:xfrm>
          <a:prstGeom prst="roundRect">
            <a:avLst/>
          </a:prstGeom>
          <a:solidFill>
            <a:srgbClr val="F7F9FB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0750" y="2095500"/>
            <a:ext cx="2476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Interpret the graph</a:t>
            </a:r>
            <a:endParaRPr lang="en-US" sz="2550" dirty="0"/>
          </a:p>
        </p:txBody>
      </p:sp>
      <p:sp>
        <p:nvSpPr>
          <p:cNvPr id="7" name="Shape 4"/>
          <p:cNvSpPr/>
          <p:nvPr/>
        </p:nvSpPr>
        <p:spPr>
          <a:xfrm>
            <a:off x="8509000" y="26352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09000" y="26670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048750" y="2679700"/>
            <a:ext cx="190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both curves begin at 0 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509000" y="31305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09000" y="31623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048750" y="3175000"/>
            <a:ext cx="190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 m s⁻¹ reaches a lower peak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509000" y="36258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09000" y="36576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048750" y="3670300"/>
            <a:ext cx="190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lower-speed curve returns through y = 0 earlier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509000" y="4121150"/>
            <a:ext cx="355600" cy="355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09000" y="415290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9048750" y="4165600"/>
            <a:ext cx="190500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negative y means the algebraic model has been extended below the launch level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graph is evidence only when its trend, units, and validity are interpreted</a:t>
            </a:r>
            <a:endParaRPr lang="en-US" sz="2325" dirty="0"/>
          </a:p>
        </p:txBody>
      </p:sp>
      <p:sp>
        <p:nvSpPr>
          <p:cNvPr id="21" name="Text 18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Debug by asking what kind of defect you see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Syntax, array/indexing/operator, and physical/logical defects need different evidence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2032000"/>
            <a:ext cx="3206750" cy="27305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7155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cannot complete the intended code structure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7155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missing end, quote, or bracket</a:t>
            </a:r>
            <a:endParaRPr lang="en-US" sz="1725" dirty="0"/>
          </a:p>
        </p:txBody>
      </p:sp>
      <p:sp>
        <p:nvSpPr>
          <p:cNvPr id="8" name="Shape 6"/>
          <p:cNvSpPr/>
          <p:nvPr/>
        </p:nvSpPr>
        <p:spPr>
          <a:xfrm>
            <a:off x="4318000" y="2032000"/>
            <a:ext cx="3206750" cy="27305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025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Array / indexing / operator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5930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may run but reads or stores the wrong values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55930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wrong index, size, * or .*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7905750" y="2032000"/>
            <a:ext cx="3206750" cy="27305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0" y="2317750"/>
            <a:ext cx="2762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Physical / logical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47050" y="3016250"/>
            <a:ext cx="2698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runs but implements the wrong physics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47050" y="3968750"/>
            <a:ext cx="2698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wrong sign, unit, or assumption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4F8FC"/>
          </a:solidFill>
          <a:ln w="19050">
            <a:solidFill>
              <a:srgbClr val="0B2B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“The code ran” is not proof that the calculation or physics is correct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 stops execution; indexing can fail silently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error location when one exists, then compare the line with the algorithm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905000"/>
            <a:ext cx="4826000" cy="31750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2190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Syntax defect</a:t>
            </a:r>
            <a:endParaRPr lang="en-US" sz="2625" dirty="0"/>
          </a:p>
        </p:txBody>
      </p:sp>
      <p:sp>
        <p:nvSpPr>
          <p:cNvPr id="6" name="Shape 4"/>
          <p:cNvSpPr/>
          <p:nvPr/>
        </p:nvSpPr>
        <p:spPr>
          <a:xfrm>
            <a:off x="984250" y="2730500"/>
            <a:ext cx="4318000" cy="1492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6500" y="2921000"/>
            <a:ext cx="3873500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y_m(k) = y0_m + v0_mps*t - 0.5*g_mps2*t^2;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missing end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016000" y="4476750"/>
            <a:ext cx="412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MATLAB cannot determine where the loop ends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381750" y="1905000"/>
            <a:ext cx="4826000" cy="3175000"/>
          </a:xfrm>
          <a:prstGeom prst="roundRect">
            <a:avLst/>
          </a:prstGeom>
          <a:solidFill>
            <a:srgbClr val="FFF7E6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67500" y="2190750"/>
            <a:ext cx="412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2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Indexing defect</a:t>
            </a:r>
            <a:endParaRPr lang="en-US" sz="2625" dirty="0"/>
          </a:p>
        </p:txBody>
      </p:sp>
      <p:sp>
        <p:nvSpPr>
          <p:cNvPr id="11" name="Shape 9"/>
          <p:cNvSpPr/>
          <p:nvPr/>
        </p:nvSpPr>
        <p:spPr>
          <a:xfrm>
            <a:off x="6635750" y="2730500"/>
            <a:ext cx="4318000" cy="1492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8A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921000"/>
            <a:ext cx="3873500" cy="111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 k = 1:numel(t_s)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 = t_s(k);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y_bad(1) = y0_m + v0_mps*t - 0.5*g_mps2*t^2;</a:t>
            </a:r>
            <a:endParaRPr lang="en-US" sz="1575" dirty="0"/>
          </a:p>
          <a:p>
            <a:pPr indent="0" marL="0">
              <a:buNone/>
            </a:pPr>
            <a:r>
              <a:rPr lang="en-US" sz="1575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end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667500" y="4476750"/>
            <a:ext cx="4127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C98A1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Code runs, but every pass overwrites the same storage slot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5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known value checks the start; physics checks the sign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One validation cannot expose every possible defect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30250" y="1905000"/>
            <a:ext cx="4572000" cy="285750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2A9D9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2190750"/>
            <a:ext cx="393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2A9D9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Known initial value</a:t>
            </a:r>
            <a:endParaRPr lang="en-US" sz="2550" dirty="0"/>
          </a:p>
        </p:txBody>
      </p:sp>
      <p:pic>
        <p:nvPicPr>
          <p:cNvPr id="6" name="Image 0" descr="LaTeX-rendered known initial value y(0)=0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250" y="2852674"/>
            <a:ext cx="2984500" cy="6446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500" y="39370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assert(abs(y_m(1)-y0_m) &lt; 1e-12)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6413500" y="1905000"/>
            <a:ext cx="4826000" cy="2857500"/>
          </a:xfrm>
          <a:prstGeom prst="roundRect">
            <a:avLst/>
          </a:prstGeom>
          <a:solidFill>
            <a:srgbClr val="FFF2F2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99250" y="2190750"/>
            <a:ext cx="419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B3262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Physical-sign defect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6794500" y="2794000"/>
            <a:ext cx="4064000" cy="857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326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16750" y="2984500"/>
            <a:ext cx="3619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y_wrong(k) = y0_m + v0_mps*t ...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0B2B4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+ 0.5*g_mps2*t^2;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794500" y="3905250"/>
            <a:ext cx="406400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initial-value assertion still passes at t = 0.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plus sign is rejected by the upward-positive convention and predicted downward bending.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Validation is strongest when code evidence and physical reasoning agree</a:t>
            </a:r>
            <a:endParaRPr lang="en-US" sz="2325" dirty="0"/>
          </a:p>
        </p:txBody>
      </p:sp>
      <p:sp>
        <p:nvSpPr>
          <p:cNvPr id="15" name="Text 12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250" y="381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100" b="1" dirty="0">
                <a:solidFill>
                  <a:srgbClr val="0B2B4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Week 2 exit ticket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730250" y="965200"/>
            <a:ext cx="10033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Use the same vertical-launch model and explain your reasoning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793750" y="1714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3750" y="1746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1739900"/>
            <a:ext cx="8953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Put input, calculation, output, and check in a sensible order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428750" y="234950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3750" y="2603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3750" y="2635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2628900"/>
            <a:ext cx="8953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 sample_index = 2, what time does t_s(sample_index) select?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428750" y="323850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3750" y="3492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750" y="3524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28750" y="3517900"/>
            <a:ext cx="8953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Give one syntax or indexing defect and the evidence you would inspect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428750" y="4127500"/>
            <a:ext cx="8699500" cy="0"/>
          </a:xfrm>
          <a:prstGeom prst="line">
            <a:avLst/>
          </a:prstGeom>
          <a:noFill/>
          <a:ln w="15875">
            <a:solidFill>
              <a:srgbClr val="DDE5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750" y="4381500"/>
            <a:ext cx="355600" cy="355600"/>
          </a:xfrm>
          <a:prstGeom prst="ellipse">
            <a:avLst/>
          </a:prstGeom>
          <a:solidFill>
            <a:srgbClr val="EEF5FD"/>
          </a:solidFill>
          <a:ln w="19050">
            <a:solidFill>
              <a:srgbClr val="2F6D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3750" y="4413250"/>
            <a:ext cx="3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F6DB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28750" y="4406900"/>
            <a:ext cx="8953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dirty="0">
                <a:solidFill>
                  <a:srgbClr val="3F4B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State the initial-value validation and one physical conclusion from the graph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730250" y="5873750"/>
            <a:ext cx="9906000" cy="603250"/>
          </a:xfrm>
          <a:prstGeom prst="roundRect">
            <a:avLst/>
          </a:prstGeom>
          <a:solidFill>
            <a:srgbClr val="F0FAF7"/>
          </a:solidFill>
          <a:ln w="19050">
            <a:solidFill>
              <a:srgbClr val="3E8E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6000" y="6013450"/>
            <a:ext cx="933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25" b="1" dirty="0">
                <a:solidFill>
                  <a:srgbClr val="3E8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Next week: assemble and solve a 2 × 2 circuit model, then validate the currents</a:t>
            </a:r>
            <a:endParaRPr lang="en-US" sz="2325" dirty="0"/>
          </a:p>
        </p:txBody>
      </p:sp>
      <p:sp>
        <p:nvSpPr>
          <p:cNvPr id="21" name="Text 19"/>
          <p:cNvSpPr/>
          <p:nvPr/>
        </p:nvSpPr>
        <p:spPr>
          <a:xfrm>
            <a:off x="11201400" y="6197600"/>
            <a:ext cx="254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69768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Universiti Putra Malaysia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PHY4605 Week 02 - Pseudocode, Loops, and Debugging</dc:title>
  <dc:subject>Week 02 - Pseudocode, Loops, and Debugging</dc:subject>
  <dc:creator>PHY4605 Computational Methods in Physics</dc:creator>
  <cp:lastModifiedBy>PHY4605 Computational Methods in Physics</cp:lastModifiedBy>
  <cp:revision>1</cp:revision>
  <dcterms:created xsi:type="dcterms:W3CDTF">2026-09-01T05:17:52Z</dcterms:created>
  <dcterms:modified xsi:type="dcterms:W3CDTF">2026-09-01T05:17:52Z</dcterms:modified>
</cp:coreProperties>
</file>