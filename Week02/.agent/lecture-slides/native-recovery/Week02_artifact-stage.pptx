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3d633879b409a" /><Relationship Type="http://schemas.openxmlformats.org/officeDocument/2006/relationships/extended-properties" Target="/docProps/app.xml" Id="R4d4b77892bdb45f5" /><Relationship Type="http://schemas.openxmlformats.org/officeDocument/2006/relationships/officeDocument" Target="/ppt/presentation.xml" Id="R8934f3bfa09f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40060cbbfd4f53"/>
  </p:sldMasterIdLst>
  <p:notesMasterIdLst>
    <p:notesMasterId xmlns:r="http://schemas.openxmlformats.org/officeDocument/2006/relationships" r:id="Rab33a634ca304ef6"/>
  </p:notesMasterIdLst>
  <p:sldIdLst>
    <p:sldId xmlns:r="http://schemas.openxmlformats.org/officeDocument/2006/relationships" id="256" r:id="Rc8ae6ca2fabf45bd"/>
    <p:sldId xmlns:r="http://schemas.openxmlformats.org/officeDocument/2006/relationships" id="257" r:id="R64be5409a9164c6c"/>
    <p:sldId xmlns:r="http://schemas.openxmlformats.org/officeDocument/2006/relationships" id="258" r:id="R6eb3f7461f9246b1"/>
    <p:sldId xmlns:r="http://schemas.openxmlformats.org/officeDocument/2006/relationships" id="259" r:id="R534fa9e0f7eb4910"/>
    <p:sldId xmlns:r="http://schemas.openxmlformats.org/officeDocument/2006/relationships" id="260" r:id="Rf5ad013b10494a04"/>
    <p:sldId xmlns:r="http://schemas.openxmlformats.org/officeDocument/2006/relationships" id="261" r:id="Rf8be6d93f50249bc"/>
    <p:sldId xmlns:r="http://schemas.openxmlformats.org/officeDocument/2006/relationships" id="262" r:id="R137cca378eee47dc"/>
    <p:sldId xmlns:r="http://schemas.openxmlformats.org/officeDocument/2006/relationships" id="263" r:id="Rb48b0990ec274482"/>
    <p:sldId xmlns:r="http://schemas.openxmlformats.org/officeDocument/2006/relationships" id="264" r:id="R73a65c41fc544d58"/>
    <p:sldId xmlns:r="http://schemas.openxmlformats.org/officeDocument/2006/relationships" id="265" r:id="R18dcb5c5297d4039"/>
    <p:sldId xmlns:r="http://schemas.openxmlformats.org/officeDocument/2006/relationships" id="266" r:id="R286995ee88084609"/>
    <p:sldId xmlns:r="http://schemas.openxmlformats.org/officeDocument/2006/relationships" id="267" r:id="R6fd00c8ba3b34344"/>
    <p:sldId xmlns:r="http://schemas.openxmlformats.org/officeDocument/2006/relationships" id="268" r:id="R101222bc5ec54cad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4d317b9264290" /><Relationship Type="http://schemas.openxmlformats.org/officeDocument/2006/relationships/slideMaster" Target="/ppt/slideMasters/slideMaster1.xml" Id="Rc640060cbbfd4f53" /><Relationship Type="http://schemas.openxmlformats.org/officeDocument/2006/relationships/notesMaster" Target="/ppt/notesMasters/notesMaster1.xml" Id="Rab33a634ca304ef6" /><Relationship Type="http://schemas.openxmlformats.org/officeDocument/2006/relationships/presProps" Target="/ppt/presProps.xml" Id="R16ced76ef5f3482e" /><Relationship Type="http://schemas.openxmlformats.org/officeDocument/2006/relationships/tableStyles" Target="/ppt/tableStyles.xml" Id="R3e404897cdf14cba" /><Relationship Type="http://schemas.openxmlformats.org/officeDocument/2006/relationships/slide" Target="/ppt/slides/slide1.xml" Id="Rc8ae6ca2fabf45bd" /><Relationship Type="http://schemas.openxmlformats.org/officeDocument/2006/relationships/slide" Target="/ppt/slides/slide2.xml" Id="R64be5409a9164c6c" /><Relationship Type="http://schemas.openxmlformats.org/officeDocument/2006/relationships/slide" Target="/ppt/slides/slide3.xml" Id="R6eb3f7461f9246b1" /><Relationship Type="http://schemas.openxmlformats.org/officeDocument/2006/relationships/slide" Target="/ppt/slides/slide4.xml" Id="R534fa9e0f7eb4910" /><Relationship Type="http://schemas.openxmlformats.org/officeDocument/2006/relationships/slide" Target="/ppt/slides/slide5.xml" Id="Rf5ad013b10494a04" /><Relationship Type="http://schemas.openxmlformats.org/officeDocument/2006/relationships/slide" Target="/ppt/slides/slide6.xml" Id="Rf8be6d93f50249bc" /><Relationship Type="http://schemas.openxmlformats.org/officeDocument/2006/relationships/slide" Target="/ppt/slides/slide7.xml" Id="R137cca378eee47dc" /><Relationship Type="http://schemas.openxmlformats.org/officeDocument/2006/relationships/slide" Target="/ppt/slides/slide8.xml" Id="Rb48b0990ec274482" /><Relationship Type="http://schemas.openxmlformats.org/officeDocument/2006/relationships/slide" Target="/ppt/slides/slide9.xml" Id="R73a65c41fc544d58" /><Relationship Type="http://schemas.openxmlformats.org/officeDocument/2006/relationships/slide" Target="/ppt/slides/slide10.xml" Id="R18dcb5c5297d4039" /><Relationship Type="http://schemas.openxmlformats.org/officeDocument/2006/relationships/slide" Target="/ppt/slides/slide11.xml" Id="R286995ee88084609" /><Relationship Type="http://schemas.openxmlformats.org/officeDocument/2006/relationships/slide" Target="/ppt/slides/slide12.xml" Id="R6fd00c8ba3b34344" /><Relationship Type="http://schemas.openxmlformats.org/officeDocument/2006/relationships/slide" Target="/ppt/slides/slide13.xml" Id="R101222bc5ec54c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42c0e673f6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2af578db444d60" /><Relationship Type="http://schemas.openxmlformats.org/officeDocument/2006/relationships/notesMaster" Target="/ppt/notesMasters/notesMaster1.xml" Id="Raceef91c9f5145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2330bb7c4a418b" /><Relationship Type="http://schemas.openxmlformats.org/officeDocument/2006/relationships/notesMaster" Target="/ppt/notesMasters/notesMaster1.xml" Id="R2bc9e7d995fc44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e304a21bcb4c29" /><Relationship Type="http://schemas.openxmlformats.org/officeDocument/2006/relationships/notesMaster" Target="/ppt/notesMasters/notesMaster1.xml" Id="R466de1bd29f64a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33d1b803bc482b" /><Relationship Type="http://schemas.openxmlformats.org/officeDocument/2006/relationships/notesMaster" Target="/ppt/notesMasters/notesMaster1.xml" Id="R20c1156d2926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4f3cabb5bf4cd2" /><Relationship Type="http://schemas.openxmlformats.org/officeDocument/2006/relationships/notesMaster" Target="/ppt/notesMasters/notesMaster1.xml" Id="R220ab05c6a5545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5c57aabc1a4dc3" /><Relationship Type="http://schemas.openxmlformats.org/officeDocument/2006/relationships/notesMaster" Target="/ppt/notesMasters/notesMaster1.xml" Id="R9a3760818cc14e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f7fd92b47443de" /><Relationship Type="http://schemas.openxmlformats.org/officeDocument/2006/relationships/notesMaster" Target="/ppt/notesMasters/notesMaster1.xml" Id="R5b47f518d6614d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16df18193c412e" /><Relationship Type="http://schemas.openxmlformats.org/officeDocument/2006/relationships/notesMaster" Target="/ppt/notesMasters/notesMaster1.xml" Id="R6f2941fe105e4a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09e120a6954833" /><Relationship Type="http://schemas.openxmlformats.org/officeDocument/2006/relationships/notesMaster" Target="/ppt/notesMasters/notesMaster1.xml" Id="R9019d26f598c47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e2b5bcfb9f4620" /><Relationship Type="http://schemas.openxmlformats.org/officeDocument/2006/relationships/notesMaster" Target="/ppt/notesMasters/notesMaster1.xml" Id="R547701dd11fb41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7c5a1a49e04a55" /><Relationship Type="http://schemas.openxmlformats.org/officeDocument/2006/relationships/notesMaster" Target="/ppt/notesMasters/notesMaster1.xml" Id="Rb7b26dca08b24a4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e590f09ed54a5d" /><Relationship Type="http://schemas.openxmlformats.org/officeDocument/2006/relationships/notesMaster" Target="/ppt/notesMasters/notesMaster1.xml" Id="R9396deec94974b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d322b04cfe4781" /><Relationship Type="http://schemas.openxmlformats.org/officeDocument/2006/relationships/notesMaster" Target="/ppt/notesMasters/notesMaster1.xml" Id="R5eddf81a66be4f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Week materials and retained course assets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0b1355e0844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be3087983476b" /><Relationship Type="http://schemas.openxmlformats.org/officeDocument/2006/relationships/slideLayout" Target="/ppt/slideLayouts/slideLayout1.xml" Id="Ra8e7105375a64d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7105375a64d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eaf26f60642de" /><Relationship Type="http://schemas.openxmlformats.org/officeDocument/2006/relationships/notesSlide" Target="/ppt/notesSlides/notesSlide1.xml" Id="R9411f6969a0e40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7565c5d3a473b" /><Relationship Type="http://schemas.openxmlformats.org/officeDocument/2006/relationships/notesSlide" Target="/ppt/notesSlides/notesSlide2.xml" Id="R2510807832fc40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142aa5cda4119" /><Relationship Type="http://schemas.openxmlformats.org/officeDocument/2006/relationships/notesSlide" Target="/ppt/notesSlides/notesSlide3.xml" Id="R35b2e82fcd3547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f05eaa8be49a8" /><Relationship Type="http://schemas.openxmlformats.org/officeDocument/2006/relationships/notesSlide" Target="/ppt/notesSlides/notesSlide4.xml" Id="Rb4090d124b2e40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1c8716d63462a" /><Relationship Type="http://schemas.openxmlformats.org/officeDocument/2006/relationships/notesSlide" Target="/ppt/notesSlides/notesSlide5.xml" Id="R0c48658b6d30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1677b0b664272" /><Relationship Type="http://schemas.openxmlformats.org/officeDocument/2006/relationships/notesSlide" Target="/ppt/notesSlides/notesSlide6.xml" Id="R313f6456f95d43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ce5d450c64a9c" /><Relationship Type="http://schemas.openxmlformats.org/officeDocument/2006/relationships/notesSlide" Target="/ppt/notesSlides/notesSlide7.xml" Id="R10d0fa7c11bd4e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86fa8895f47d3" /><Relationship Type="http://schemas.openxmlformats.org/officeDocument/2006/relationships/notesSlide" Target="/ppt/notesSlides/notesSlide8.xml" Id="R78f003ae8df44f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b41363d7b4768" /><Relationship Type="http://schemas.openxmlformats.org/officeDocument/2006/relationships/notesSlide" Target="/ppt/notesSlides/notesSlide9.xml" Id="Raf238e9b81854b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07e96cb994598" /><Relationship Type="http://schemas.openxmlformats.org/officeDocument/2006/relationships/notesSlide" Target="/ppt/notesSlides/notesSlide10.xml" Id="R37519ecd974b43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f7cc070ae48ea" /><Relationship Type="http://schemas.openxmlformats.org/officeDocument/2006/relationships/notesSlide" Target="/ppt/notesSlides/notesSlide11.xml" Id="Rf22a56c7fda94e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a3eb039004e48" /><Relationship Type="http://schemas.openxmlformats.org/officeDocument/2006/relationships/notesSlide" Target="/ppt/notesSlides/notesSlide12.xml" Id="Rd52b5d1b57a84e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c0a64e99148d7" /><Relationship Type="http://schemas.openxmlformats.org/officeDocument/2006/relationships/notesSlide" Target="/ppt/notesSlides/notesSlide13.xml" Id="Rf017b23fbb644c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AB238-55DC-465F-AA8C-6825B281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Pseudocode, loops and debugging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6147D-9230-4090-AF97-FFFCB3F6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Turn the vertical-launch model into a checkable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B43A0-C5DD-4758-907F-D7DE864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How can MATLAB calculate one position at a time in a clear order?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0A160-C80A-43C3-844C-C6FDB833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CED52-3EE9-43A4-AF8A-35F67D8C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2002774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787C0-446C-4CDF-969A-B5CCDF64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EEC13-8849-464F-80C7-998EC1EA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Begin with a physical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A352A-9C4F-4758-AC05-7655225B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ball rises, reaches one peak, then falls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17A97-7442-4077-9C29-3AC67C61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At 0 s, y must be 0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02E0D-40C9-4A4D-A0E2-13ADB1E0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CF3E6-6602-4ABF-A703-B7D92420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651819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1B93A-19C2-4267-95B8-1D396201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D1895-3150-42A7-86A7-FD0559FA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Break the task into four jobs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C047C-A33D-4DED-A703-20BCD29F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Input → calculation → output →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9B356-E547-45BD-B1EA-C9EC849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Each job has a clear physical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DABB9-A4CA-4239-9A44-B1FA5F3B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310D2-38B2-459A-9F54-B9AED21B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745623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8AABF-3A90-40F7-96DB-ABDC6E15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50CEF-43E1-4CC0-97CB-2A641A9E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Pseudocode maps the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C88183-643A-4862-A764-C9988284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plain language before MATLAB punctuation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A6448-3656-4919-AD8A-BAE8270C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95CFC-2369-4A46-8C44-E2B426F0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479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1. Choose y0, v0 and 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2B1A8-3DA4-4EC6-81A2-B995B73E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576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2E958-0801-4D6C-A0C4-C62324EF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2. Create the time array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2F4262-4A58-4DA5-B323-53DC80A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482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64BAC-13F0-4781-B182-5AB94962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3. Repeat the height calculation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7530B-DD3F-4732-A23D-81884C00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38800"/>
            <a:ext cx="590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7FFE7-923E-48AD-93BF-252B31B7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19775"/>
            <a:ext cx="544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4. Plot and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2107566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F3506-7CF7-40C0-8B32-A8428995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3A49B-CACF-48DA-93ED-94411DC5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for loop visits one array position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DFA3-BF19-4A0A-BF7B-F0DAD643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index connects t(k) with y(k)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65E94-9AD2-4DDA-9FB3-B7DA98D9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66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78B37-FE4C-4818-9594-59253F81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1351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for k = 1:numel(t_s)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    % calculate y_m(k)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64969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5436D-493C-49A9-AC02-33923838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DE314-4143-4871-8E54-7BA64353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Trace the first two loop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CB632-E162-4FCC-84D4-F3B4D2A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Trace values before running the full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AD945-F633-4FD0-8D24-0F490E2A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66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DF33E-FB4B-425C-98FE-F9CFC867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13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k = 1: t = 0 s, y = 0 m</a:t>
            </a:r>
          </a:p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k = 2: t = 0.5 s, y = 8.77375 m</a:t>
            </a:r>
          </a:p>
        </p:txBody>
      </p:sp>
    </p:spTree>
    <p:extLst>
      <p:ext uri="{BB962C8B-B14F-4D97-AF65-F5344CB8AC3E}">
        <p14:creationId xmlns:p14="http://schemas.microsoft.com/office/powerpoint/2010/main" val="1747694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7646-EBF7-4738-ACEA-3EDC4992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FF581-7919-4F10-9F5D-A4AB30F6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Complete the one-line update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F099E-F93F-4E40-B17D-267E3E75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calculation must use the matching index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A0698-C04B-47C8-89C1-BC32AF99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1466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D6B42-0887-4B6C-AB92-B7CD4B43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90875"/>
            <a:ext cx="14135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y_m(k) = y0_m + v0_mps*t_s(k) - 0.5*g_mps2*t_s(k)^2;</a:t>
            </a:r>
          </a:p>
        </p:txBody>
      </p:sp>
    </p:spTree>
    <p:extLst>
      <p:ext uri="{BB962C8B-B14F-4D97-AF65-F5344CB8AC3E}">
        <p14:creationId xmlns:p14="http://schemas.microsoft.com/office/powerpoint/2010/main" val="17884424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A75D3-097F-4138-9825-1D5B58EE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01F88-BAE0-458B-9835-2DF780A5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Modify one physical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981D3-8442-4519-91B2-FB8D5A66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Change v0 only, then predict the change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81F42-0927-42AF-A51B-4608515B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larger launch speed raises the peak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9E68F-1A7B-487E-BBF3-AEE5B6C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31B01-B1A2-4ADB-890C-61EFBBC2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2894634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673A5-AC50-4AF1-93F6-0ECAD622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12D32-414F-49FD-B2CC-827ECB60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Debug from evidence, not guesses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DF8E3-0D7B-477E-83F7-22369297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message, inspect the line, check values and units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2942B-BA6C-49DB-926C-D05617A8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plausible graph can still hide a physics defect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20176-DEC1-45DC-9273-72DD70F9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A845E-7534-4E1D-9EB8-BEDAEFA2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5688624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76764-FCF3-46E7-A82B-AB06B028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13549-BDA4-4581-99AD-CA50BA12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Classify the defect before debugging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7A8AEA-16EB-4ADB-8988-13E39F5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Syntax; array/index/operator; physical/logical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B7487-1221-45DA-88D0-CA049008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Each category needs a different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745BF-EB13-4ED8-BCB0-94B746A0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DCBDC-0EF6-473F-8A1C-5D6E1CD4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Evidence first: identify the defect category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6499216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754DE-F414-4E0F-AA08-AF334638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704EB-03F5-4DFA-8D73-80252909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Validation begins at the known initial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E539C-E86D-475F-BF9A-901D6B7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computed position must be y(0) = 0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0D433-3051-4862-BAB5-B9C9E23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If the first value fails, stop and investigate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67F1B-7A96-42CC-A673-8C1E99E0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DDEDE-814E-47CD-81AC-215861DA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519717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CA1B3-6558-43A3-A3E4-34AD1562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9198C-CC28-4682-87ED-6DBE4BA6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Interpret the final output physically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283FC-404A-40EC-8FA0-C390AD05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Explain rise, peak and descent using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C0404-E1A9-42FD-9F33-878826F2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graph should agree with the prediction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283CC-89FA-4719-B304-98A98296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F53A7-78C8-46C4-B5B0-DA3DAF65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16729629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865B1-5AB9-4149-95E6-6E651EDD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B888A-2B24-4DC9-BAAB-E9E22477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5102A-6331-439F-8C6D-4E733558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Write the next debugging action for a failed initial-value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58B9A-413E-4B86-BC3E-48050EE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1409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3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Model → algorithm → code → validation →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5CA53-5C61-46CB-8DC7-10BEEFA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12573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66645-1741-42D7-8050-1FC92CCF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53125"/>
            <a:ext cx="1200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the vertical-launch model as the reference.</a:t>
            </a:r>
          </a:p>
        </p:txBody>
      </p:sp>
    </p:spTree>
    <p:extLst>
      <p:ext uri="{BB962C8B-B14F-4D97-AF65-F5344CB8AC3E}">
        <p14:creationId xmlns:p14="http://schemas.microsoft.com/office/powerpoint/2010/main" val="520106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2026-09-01T06:43:23.8050000Z</dcterms:created>
  <dcterms:modified xsi:type="dcterms:W3CDTF">2026-09-01T06:43:23.8050000Z</dcterms:modified>
</coreProperties>
</file>