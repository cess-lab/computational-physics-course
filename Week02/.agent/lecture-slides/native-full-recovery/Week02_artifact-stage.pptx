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e5735380d4495a" /><Relationship Type="http://schemas.openxmlformats.org/officeDocument/2006/relationships/extended-properties" Target="/docProps/app.xml" Id="R5f270c050f304698" /><Relationship Type="http://schemas.openxmlformats.org/officeDocument/2006/relationships/officeDocument" Target="/ppt/presentation.xml" Id="Re0410ece7cfb40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d941b0fb8f4c89"/>
  </p:sldMasterIdLst>
  <p:notesMasterIdLst>
    <p:notesMasterId xmlns:r="http://schemas.openxmlformats.org/officeDocument/2006/relationships" r:id="Reec713c083ed4c47"/>
  </p:notesMasterIdLst>
  <p:sldIdLst>
    <p:sldId xmlns:r="http://schemas.openxmlformats.org/officeDocument/2006/relationships" id="256" r:id="Rac741d9e93ec4a82"/>
    <p:sldId xmlns:r="http://schemas.openxmlformats.org/officeDocument/2006/relationships" id="257" r:id="Rfee1667868f04518"/>
    <p:sldId xmlns:r="http://schemas.openxmlformats.org/officeDocument/2006/relationships" id="258" r:id="R2e69c51f73ea480c"/>
    <p:sldId xmlns:r="http://schemas.openxmlformats.org/officeDocument/2006/relationships" id="259" r:id="R9acae35721d64e14"/>
    <p:sldId xmlns:r="http://schemas.openxmlformats.org/officeDocument/2006/relationships" id="260" r:id="R6ed85cd848954ee4"/>
    <p:sldId xmlns:r="http://schemas.openxmlformats.org/officeDocument/2006/relationships" id="261" r:id="Rd18c81ec94de4eb7"/>
    <p:sldId xmlns:r="http://schemas.openxmlformats.org/officeDocument/2006/relationships" id="262" r:id="Re6e576dfe4f34543"/>
    <p:sldId xmlns:r="http://schemas.openxmlformats.org/officeDocument/2006/relationships" id="263" r:id="Rea85368e83e74f80"/>
    <p:sldId xmlns:r="http://schemas.openxmlformats.org/officeDocument/2006/relationships" id="264" r:id="Rb93f590ab6344116"/>
    <p:sldId xmlns:r="http://schemas.openxmlformats.org/officeDocument/2006/relationships" id="265" r:id="Reff9033b76e24b35"/>
    <p:sldId xmlns:r="http://schemas.openxmlformats.org/officeDocument/2006/relationships" id="266" r:id="Rba632ab31d60449b"/>
    <p:sldId xmlns:r="http://schemas.openxmlformats.org/officeDocument/2006/relationships" id="267" r:id="Rb41566f31577486f"/>
    <p:sldId xmlns:r="http://schemas.openxmlformats.org/officeDocument/2006/relationships" id="268" r:id="R64b586dd1d014ca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4db82f0954be9" /><Relationship Type="http://schemas.openxmlformats.org/officeDocument/2006/relationships/slideMaster" Target="/ppt/slideMasters/slideMaster1.xml" Id="Read941b0fb8f4c89" /><Relationship Type="http://schemas.openxmlformats.org/officeDocument/2006/relationships/notesMaster" Target="/ppt/notesMasters/notesMaster1.xml" Id="Reec713c083ed4c47" /><Relationship Type="http://schemas.openxmlformats.org/officeDocument/2006/relationships/presProps" Target="/ppt/presProps.xml" Id="R598285cd69a64586" /><Relationship Type="http://schemas.openxmlformats.org/officeDocument/2006/relationships/tableStyles" Target="/ppt/tableStyles.xml" Id="Rf73332a7dd6049e4" /><Relationship Type="http://schemas.openxmlformats.org/officeDocument/2006/relationships/slide" Target="/ppt/slides/slide1.xml" Id="Rac741d9e93ec4a82" /><Relationship Type="http://schemas.openxmlformats.org/officeDocument/2006/relationships/slide" Target="/ppt/slides/slide2.xml" Id="Rfee1667868f04518" /><Relationship Type="http://schemas.openxmlformats.org/officeDocument/2006/relationships/slide" Target="/ppt/slides/slide3.xml" Id="R2e69c51f73ea480c" /><Relationship Type="http://schemas.openxmlformats.org/officeDocument/2006/relationships/slide" Target="/ppt/slides/slide4.xml" Id="R9acae35721d64e14" /><Relationship Type="http://schemas.openxmlformats.org/officeDocument/2006/relationships/slide" Target="/ppt/slides/slide5.xml" Id="R6ed85cd848954ee4" /><Relationship Type="http://schemas.openxmlformats.org/officeDocument/2006/relationships/slide" Target="/ppt/slides/slide6.xml" Id="Rd18c81ec94de4eb7" /><Relationship Type="http://schemas.openxmlformats.org/officeDocument/2006/relationships/slide" Target="/ppt/slides/slide7.xml" Id="Re6e576dfe4f34543" /><Relationship Type="http://schemas.openxmlformats.org/officeDocument/2006/relationships/slide" Target="/ppt/slides/slide8.xml" Id="Rea85368e83e74f80" /><Relationship Type="http://schemas.openxmlformats.org/officeDocument/2006/relationships/slide" Target="/ppt/slides/slide9.xml" Id="Rb93f590ab6344116" /><Relationship Type="http://schemas.openxmlformats.org/officeDocument/2006/relationships/slide" Target="/ppt/slides/slide10.xml" Id="Reff9033b76e24b35" /><Relationship Type="http://schemas.openxmlformats.org/officeDocument/2006/relationships/slide" Target="/ppt/slides/slide11.xml" Id="Rba632ab31d60449b" /><Relationship Type="http://schemas.openxmlformats.org/officeDocument/2006/relationships/slide" Target="/ppt/slides/slide12.xml" Id="Rb41566f31577486f" /><Relationship Type="http://schemas.openxmlformats.org/officeDocument/2006/relationships/slide" Target="/ppt/slides/slide13.xml" Id="R64b586dd1d014c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1adf4ff7cd41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f49a61979d480f" /><Relationship Type="http://schemas.openxmlformats.org/officeDocument/2006/relationships/notesMaster" Target="/ppt/notesMasters/notesMaster1.xml" Id="Ra5a1634bb4554f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5d2c6a8e6e4f5e" /><Relationship Type="http://schemas.openxmlformats.org/officeDocument/2006/relationships/notesMaster" Target="/ppt/notesMasters/notesMaster1.xml" Id="Rc762c955eea9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b154cedf224bcd" /><Relationship Type="http://schemas.openxmlformats.org/officeDocument/2006/relationships/notesMaster" Target="/ppt/notesMasters/notesMaster1.xml" Id="Rab5da1515ac4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73a7a4bda542a1" /><Relationship Type="http://schemas.openxmlformats.org/officeDocument/2006/relationships/notesMaster" Target="/ppt/notesMasters/notesMaster1.xml" Id="R0c8802fe700b4f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480012b39d45d2" /><Relationship Type="http://schemas.openxmlformats.org/officeDocument/2006/relationships/notesMaster" Target="/ppt/notesMasters/notesMaster1.xml" Id="R205eea973edb41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e727b01eb24a82" /><Relationship Type="http://schemas.openxmlformats.org/officeDocument/2006/relationships/notesMaster" Target="/ppt/notesMasters/notesMaster1.xml" Id="R8df2a951aaa543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b9ad30883a4bfa" /><Relationship Type="http://schemas.openxmlformats.org/officeDocument/2006/relationships/notesMaster" Target="/ppt/notesMasters/notesMaster1.xml" Id="Rf9f838ba568246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8dc055766b4008" /><Relationship Type="http://schemas.openxmlformats.org/officeDocument/2006/relationships/notesMaster" Target="/ppt/notesMasters/notesMaster1.xml" Id="Rae9f84c48d5f41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2ce639a2c47b0" /><Relationship Type="http://schemas.openxmlformats.org/officeDocument/2006/relationships/notesMaster" Target="/ppt/notesMasters/notesMaster1.xml" Id="Rc963c44c2d55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bba46190f24df4" /><Relationship Type="http://schemas.openxmlformats.org/officeDocument/2006/relationships/notesMaster" Target="/ppt/notesMasters/notesMaster1.xml" Id="Rf0ee8e570fe54f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74184a8ca44543" /><Relationship Type="http://schemas.openxmlformats.org/officeDocument/2006/relationships/notesMaster" Target="/ppt/notesMasters/notesMaster1.xml" Id="Rce3c668d98dc4e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d68e916be74712" /><Relationship Type="http://schemas.openxmlformats.org/officeDocument/2006/relationships/notesMaster" Target="/ppt/notesMasters/notesMaster1.xml" Id="Rad311fe593314d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0634f95bf8484e" /><Relationship Type="http://schemas.openxmlformats.org/officeDocument/2006/relationships/notesMaster" Target="/ppt/notesMasters/notesMaster1.xml" Id="R92fdf842e3514c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ab2bab274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f9019256d04c13" /><Relationship Type="http://schemas.openxmlformats.org/officeDocument/2006/relationships/slideLayout" Target="/ppt/slideLayouts/slideLayout1.xml" Id="R7585ceaebf6949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85ceaebf6949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8e32bdd3445db" /><Relationship Type="http://schemas.openxmlformats.org/officeDocument/2006/relationships/image" Target="/ppt/media/image.png" Id="Rff7391ff0f0f4186" /><Relationship Type="http://schemas.openxmlformats.org/officeDocument/2006/relationships/image" Target="/ppt/media/image2.png" Id="R09359869f27141a8" /><Relationship Type="http://schemas.openxmlformats.org/officeDocument/2006/relationships/notesSlide" Target="/ppt/notesSlides/notesSlide1.xml" Id="R946ff7792466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5530779884591" /><Relationship Type="http://schemas.openxmlformats.org/officeDocument/2006/relationships/image" Target="/ppt/media/image3.png" Id="R520ce5213f2c4dbe" /><Relationship Type="http://schemas.openxmlformats.org/officeDocument/2006/relationships/notesSlide" Target="/ppt/notesSlides/notesSlide2.xml" Id="R6a1ca410f94a49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3fff71f364f5b" /><Relationship Type="http://schemas.openxmlformats.org/officeDocument/2006/relationships/notesSlide" Target="/ppt/notesSlides/notesSlide3.xml" Id="R65b015a0e1a443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e57392766433b" /><Relationship Type="http://schemas.openxmlformats.org/officeDocument/2006/relationships/notesSlide" Target="/ppt/notesSlides/notesSlide4.xml" Id="Rd1390c89cbaa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e38f95bc84b9e" /><Relationship Type="http://schemas.openxmlformats.org/officeDocument/2006/relationships/image" Target="/ppt/media/image4.png" Id="R23b9bfdc99a4402f" /><Relationship Type="http://schemas.openxmlformats.org/officeDocument/2006/relationships/image" Target="/ppt/media/image5.png" Id="R88c43b6bd5304c7a" /><Relationship Type="http://schemas.openxmlformats.org/officeDocument/2006/relationships/notesSlide" Target="/ppt/notesSlides/notesSlide5.xml" Id="R29e5a38b02cf41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3039e6cf0434c" /><Relationship Type="http://schemas.openxmlformats.org/officeDocument/2006/relationships/notesSlide" Target="/ppt/notesSlides/notesSlide6.xml" Id="R90615301b0b34a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79edf4cdd4c31" /><Relationship Type="http://schemas.openxmlformats.org/officeDocument/2006/relationships/notesSlide" Target="/ppt/notesSlides/notesSlide7.xml" Id="R1281f4e733f145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23210fbda4797" /><Relationship Type="http://schemas.openxmlformats.org/officeDocument/2006/relationships/image" Target="/ppt/media/image6.png" Id="R34bd4d3e920e4d4c" /><Relationship Type="http://schemas.openxmlformats.org/officeDocument/2006/relationships/image" Target="/ppt/media/image7.png" Id="R6d4360cef2df433f" /><Relationship Type="http://schemas.openxmlformats.org/officeDocument/2006/relationships/notesSlide" Target="/ppt/notesSlides/notesSlide8.xml" Id="Reaf623614c984a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5f8cd5cfc4bae" /><Relationship Type="http://schemas.openxmlformats.org/officeDocument/2006/relationships/image" Target="/ppt/media/image8.png" Id="R98dcafd15a88442a" /><Relationship Type="http://schemas.openxmlformats.org/officeDocument/2006/relationships/image" Target="/ppt/media/image9.png" Id="R2f556d4cd73445ee" /><Relationship Type="http://schemas.openxmlformats.org/officeDocument/2006/relationships/notesSlide" Target="/ppt/notesSlides/notesSlide9.xml" Id="R81685a885bac43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40a9b70ea448b" /><Relationship Type="http://schemas.openxmlformats.org/officeDocument/2006/relationships/image" Target="/ppt/media/image10.png" Id="R600f473ba02241f9" /><Relationship Type="http://schemas.openxmlformats.org/officeDocument/2006/relationships/notesSlide" Target="/ppt/notesSlides/notesSlide10.xml" Id="R65329d52d5f844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53e7e8735454f" /><Relationship Type="http://schemas.openxmlformats.org/officeDocument/2006/relationships/image" Target="/ppt/media/image11.png" Id="Rf67463c690494913" /><Relationship Type="http://schemas.openxmlformats.org/officeDocument/2006/relationships/notesSlide" Target="/ppt/notesSlides/notesSlide11.xml" Id="R1c288eb80c6641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485475fcd4daa" /><Relationship Type="http://schemas.openxmlformats.org/officeDocument/2006/relationships/image" Target="/ppt/media/image12.png" Id="Rdd54581f302545f5" /><Relationship Type="http://schemas.openxmlformats.org/officeDocument/2006/relationships/image" Target="/ppt/media/image13.png" Id="Rde85ad5f3dea47b5" /><Relationship Type="http://schemas.openxmlformats.org/officeDocument/2006/relationships/notesSlide" Target="/ppt/notesSlides/notesSlide12.xml" Id="Rc43cb6e21df14f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8847b1cdb4fc7" /><Relationship Type="http://schemas.openxmlformats.org/officeDocument/2006/relationships/notesSlide" Target="/ppt/notesSlides/notesSlide13.xml" Id="R151234420f4447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391ff0f0f4186"/>
          <a:stretch xmlns:a="http://schemas.openxmlformats.org/drawingml/2006/main"/>
        </p:blipFill>
        <p:spPr>
          <a:xfrm xmlns:a="http://schemas.openxmlformats.org/drawingml/2006/main">
            <a:off x="11684000" y="2381250"/>
            <a:ext cx="2921000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F7619-F05D-4455-B919-7D4A177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334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7745D-1939-4C81-8455-0E7DFFB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001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PHY4605 Computational Methods in Physics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02846-C829-4B85-A705-8B0DB8E2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904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Pseudocode, Loops and</a:t>
            </a:r>
          </a:p>
          <a:p xmlns:a="http://schemas.openxmlformats.org/drawingml/2006/main">
            <a:pPr algn="l">
              <a:defRPr sz="5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Debugging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78ADA-5326-4EC6-8A24-B293E268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5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2 | Make Each Step Traceable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59869f27141a8"/>
          <a:stretch xmlns:a="http://schemas.openxmlformats.org/drawingml/2006/main"/>
        </p:blipFill>
        <p:spPr>
          <a:xfrm xmlns:a="http://schemas.openxmlformats.org/drawingml/2006/main">
            <a:off x="12501563" y="1666875"/>
            <a:ext cx="3619500" cy="542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6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733B1-637D-4ABF-8179-3AF3260A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04503-F359-4BA0-80A9-0B37676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Begin with a physical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CBE3-A517-462C-8CF8-F616AD90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ball rises, reaches one peak, then falls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3B808-C516-4E50-A0AD-24FC1BCE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At 0 s, y must be 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C5CE8-A98E-4702-BC6D-621C2B9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DC80D-81EE-4411-964F-15A887BA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ce5213f2c4dbe"/>
          <a:stretch xmlns:a="http://schemas.openxmlformats.org/drawingml/2006/main"/>
        </p:blipFill>
        <p:spPr>
          <a:xfrm xmlns:a="http://schemas.openxmlformats.org/drawingml/2006/main">
            <a:off x="11001375" y="2381250"/>
            <a:ext cx="28575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007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01916-5A80-4EBF-AA1F-E12BFFD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0865A-FD72-4634-8930-037EE83D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Break the task into four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3E0BD-E5F5-4837-AEDB-20D85B2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Input → calculation → output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4AE10-2EDE-4C6B-882C-39910AA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job has a clear physical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353A-F761-41E5-BA61-1B4B43A8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7063E-4A84-4319-BCB3-8BA293BA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24746-466B-498D-8E02-DAF2258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13716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302A9-34BD-4251-A69D-2F73EC5A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33875"/>
            <a:ext cx="1318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Input: y0_m = 0;  v0_mps = 20;  g_mps2 = 9.81;</a:t>
            </a:r>
          </a:p>
        </p:txBody>
      </p:sp>
    </p:spTree>
    <p:extLst>
      <p:ext uri="{BB962C8B-B14F-4D97-AF65-F5344CB8AC3E}">
        <p14:creationId xmlns:p14="http://schemas.microsoft.com/office/powerpoint/2010/main" val="587475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C565F-E835-4B89-8600-E26A1A1A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DE632-0AC5-46AD-B10C-D5032F92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Pseudocode maps the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A9C47-831D-4ABA-B498-1DF1137F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plain language before MATLAB punctuation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FD328-0D67-4D92-AC70-A33F7778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F765D-6D4A-4424-A177-D707B93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Choose y0, v0 and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C061F-1EB2-4EC0-85AA-5926536D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A32F4-D56D-4642-B30D-B0B5ECBA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Create the time array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BACCA-8FB4-4F8D-8D39-5325AE6B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FA187-E81F-427E-9BFF-F5DA2C61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Repeat the height calculation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46C46-5BBE-4811-A5F4-88A50D0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DB274-94DE-4157-A312-55E5900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Plot and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6792823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56532-7B94-496B-8658-FFDCD94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BB05C-678A-4158-8980-6E92AFBD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for loop visits one array position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26979-87A8-4179-9610-671121D3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index connects t(k) with y(k)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46A90-7A69-4897-A2E9-FBDAA572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C133-36AB-4E9F-B938-11589B9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for k = 1:numel(t_s)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% calculate y_m(k)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9bfdc99a4402f"/>
          <a:stretch xmlns:a="http://schemas.openxmlformats.org/drawingml/2006/main"/>
        </p:blipFill>
        <p:spPr>
          <a:xfrm xmlns:a="http://schemas.openxmlformats.org/drawingml/2006/main">
            <a:off x="11064875" y="2476500"/>
            <a:ext cx="2730500" cy="40957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43b6bd5304c7a"/>
          <a:stretch xmlns:a="http://schemas.openxmlformats.org/drawingml/2006/main"/>
        </p:blipFill>
        <p:spPr>
          <a:xfrm xmlns:a="http://schemas.openxmlformats.org/drawingml/2006/main">
            <a:off x="10287000" y="3237816"/>
            <a:ext cx="4572000" cy="25731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6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D8660-0C5B-49C6-84A7-185404BB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91B4B-7CBC-4FD8-B0CA-8E219386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the first two loop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78AA7-8B51-4BF2-B10F-383CF39D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Trace values before running the full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99F1-0CE8-4BBD-8F3B-90DF343E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58DA5-DCFB-4A2F-B4C7-0F82696C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k = 1: t = 0 s, y = 0 m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k = 2: t = 0.5 s, y = 8.77375 m</a:t>
            </a:r>
          </a:p>
        </p:txBody>
      </p:sp>
    </p:spTree>
    <p:extLst>
      <p:ext uri="{BB962C8B-B14F-4D97-AF65-F5344CB8AC3E}">
        <p14:creationId xmlns:p14="http://schemas.microsoft.com/office/powerpoint/2010/main" val="18267535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0F776-082C-42C3-90FA-6B2919DF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FB3DF-B779-4682-9E88-2493F2A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Complete the one-line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9343B-0E90-4A88-AA86-7ECF8BE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calculation must use the matching index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3BA4A-6BBB-4438-B1E8-4D5A4E1B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DDA4D-F8CD-4982-8AA3-37B0029A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y_m(k) = y0_m + v0_mps*t_s(k) - 0.5*g_mps2*t_s(k)^2;</a:t>
            </a:r>
          </a:p>
        </p:txBody>
      </p:sp>
    </p:spTree>
    <p:extLst>
      <p:ext uri="{BB962C8B-B14F-4D97-AF65-F5344CB8AC3E}">
        <p14:creationId xmlns:p14="http://schemas.microsoft.com/office/powerpoint/2010/main" val="964244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F0DAB-E620-45FB-803C-0BEC8ED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B26B5-BBF1-46DA-B64A-25E36425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Modify one physical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DB76B-06AB-45F9-B04B-7F4FCBD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Change v0 only, then predict the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F575-AB13-40DD-ACF7-C3F37AC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larger launch speed raises the peak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3950-45B5-4D8C-ADFE-8ADF30C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D3D6B-1651-463F-AFB1-28B171E7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d4d3e920e4d4c"/>
          <a:stretch xmlns:a="http://schemas.openxmlformats.org/drawingml/2006/main"/>
        </p:blipFill>
        <p:spPr>
          <a:xfrm xmlns:a="http://schemas.openxmlformats.org/drawingml/2006/main">
            <a:off x="11144696" y="5810250"/>
            <a:ext cx="4190109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1BD7D-9B72-4ADC-9ACE-48317A2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72125"/>
            <a:ext cx="6858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360cef2df433f"/>
          <a:stretch xmlns:a="http://schemas.openxmlformats.org/drawingml/2006/main"/>
        </p:blipFill>
        <p:spPr>
          <a:xfrm xmlns:a="http://schemas.openxmlformats.org/drawingml/2006/main">
            <a:off x="11144696" y="5810250"/>
            <a:ext cx="4190109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0FC79-78E3-4081-974E-B533655C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1352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2F09FA-2B4E-481F-8B8B-7F555DA6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24375"/>
            <a:ext cx="12992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v0_lower_mps = 15;  % change one input, then rerun</a:t>
            </a:r>
          </a:p>
        </p:txBody>
      </p:sp>
    </p:spTree>
    <p:extLst>
      <p:ext uri="{BB962C8B-B14F-4D97-AF65-F5344CB8AC3E}">
        <p14:creationId xmlns:p14="http://schemas.microsoft.com/office/powerpoint/2010/main" val="621566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7F138-6EAD-409B-92C4-BC5F4BCD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070F-DFE2-4A7C-BC29-AF28C1BE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Debug from evidence, not guesses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E8CE2-F40F-471C-A8C8-2C94E7E5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message, inspect the line, check values and units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C1A2B-9A3D-4C61-BFE6-CBCD05E1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plausible graph can still hide a physics defect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DFD6E-E8E1-4112-B141-4C44154F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3BE17-5778-4AB9-B454-D3E0C6B3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cafd15a88442a"/>
          <a:stretch xmlns:a="http://schemas.openxmlformats.org/drawingml/2006/main"/>
        </p:blipFill>
        <p:spPr>
          <a:xfrm xmlns:a="http://schemas.openxmlformats.org/drawingml/2006/main">
            <a:off x="8858250" y="2549621"/>
            <a:ext cx="6858000" cy="4521007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6d4cd73445ee"/>
          <a:stretch xmlns:a="http://schemas.openxmlformats.org/drawingml/2006/main"/>
        </p:blipFill>
        <p:spPr>
          <a:xfrm xmlns:a="http://schemas.openxmlformats.org/drawingml/2006/main">
            <a:off x="10287000" y="3294267"/>
            <a:ext cx="4762500" cy="198396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600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52EFF-1EBE-4079-801C-FEDACC20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27FA4-1687-42BE-88AE-5F7DAD6A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Classify the defect before debugging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7219B-4B6F-45AE-BFA3-12E16D27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Syntax; array/index/operator; physical/logical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6E8DE-39E4-42AF-BAF0-1D40FC32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category needs a different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87CA7-DED3-4568-B314-C9DC9600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6383-FB16-4F7D-96CD-7939C9A4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Evidence first: identify the defect category before editing.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f473ba02241f9"/>
          <a:stretch xmlns:a="http://schemas.openxmlformats.org/drawingml/2006/main"/>
        </p:blipFill>
        <p:spPr>
          <a:xfrm xmlns:a="http://schemas.openxmlformats.org/drawingml/2006/main">
            <a:off x="10953750" y="2381250"/>
            <a:ext cx="285750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97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FA677-4BFD-432F-9799-8AADC7A1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E6ACA-B14C-4A5B-8EA3-DE0F2E7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Validation begins at the known initial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E5847-798B-45E9-9265-BA623EF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computed position must be y(0) = 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50A9-7B46-4132-A4FA-91D2937E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If the first value fails, stop and investigate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40885-C013-4619-A181-36C57F75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7271A-02C2-40D6-BE41-A16045B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463c690494913"/>
          <a:stretch xmlns:a="http://schemas.openxmlformats.org/drawingml/2006/main"/>
        </p:blipFill>
        <p:spPr>
          <a:xfrm xmlns:a="http://schemas.openxmlformats.org/drawingml/2006/main">
            <a:off x="9334500" y="3710178"/>
            <a:ext cx="5334000" cy="11521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80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2790E-F0D1-4E4D-BCB3-5F4B869E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A52BA-E2B9-4196-AF8F-16930854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Interpret the final output physically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4E80F-38D3-4851-A228-B06F54B3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Explain rise, peak and descent using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3353-5692-41C8-80CD-B4EDF23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graph should agree with the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12424-4F6A-4A5A-89F4-0CCD4DF2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F5EE3-4FF2-46A8-A32E-4B6F8934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4581f302545f5"/>
          <a:stretch xmlns:a="http://schemas.openxmlformats.org/drawingml/2006/main"/>
        </p:blipFill>
        <p:spPr>
          <a:xfrm xmlns:a="http://schemas.openxmlformats.org/drawingml/2006/main">
            <a:off x="11144696" y="5810250"/>
            <a:ext cx="4190109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2B081-2928-41E0-BECB-6B9E007E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572125"/>
            <a:ext cx="6858000" cy="3190875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5ad5f3dea47b5"/>
          <a:stretch xmlns:a="http://schemas.openxmlformats.org/drawingml/2006/main"/>
        </p:blipFill>
        <p:spPr>
          <a:xfrm xmlns:a="http://schemas.openxmlformats.org/drawingml/2006/main">
            <a:off x="11144696" y="5810250"/>
            <a:ext cx="4190109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05F14-E73A-4D4B-90AA-D0CA7A4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428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C4327-A742-4127-9DEC-80DAE20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29125"/>
            <a:ext cx="1375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plot(t_s, y_m);  xlabel("time t (s)");  ylabel("height y (m)");</a:t>
            </a:r>
          </a:p>
        </p:txBody>
      </p:sp>
    </p:spTree>
    <p:extLst>
      <p:ext uri="{BB962C8B-B14F-4D97-AF65-F5344CB8AC3E}">
        <p14:creationId xmlns:p14="http://schemas.microsoft.com/office/powerpoint/2010/main" val="1741915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6CECD-2501-41D6-BB2F-C5D30329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873C-6E51-4CD0-AD23-B4587D45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13D8C-DA2C-4044-889B-6836FCED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Write the next debugging action for a failed initial-value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9D658-E0F6-4FDB-8443-70E87E95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Model → algorithm → code → validation →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CAE3E-29F7-4D87-A500-6C9335DB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1B991-B7B8-4AEF-8AB5-34EC041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593778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2026-09-01T09:00:37.2130000Z</dcterms:created>
  <dcterms:modified xsi:type="dcterms:W3CDTF">2026-09-01T09:00:37.2130000Z</dcterms:modified>
</coreProperties>
</file>