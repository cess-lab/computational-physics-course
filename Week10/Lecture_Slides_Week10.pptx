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the apparent contradiction: a single path is unpredictable, yet many paths can reveal a stable centre and a real spread. Ask students to predict both before looking at any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trial is the whole 100-step history, not a single step. M tells us how many independent histories provide evidence; N belongs to the physical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kick is equally likely left or right, so the model has no preferred direction. Changing N changes the walk; changing M changes how much evidence we have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as a reasoning chain: specify the model, generate paths, collect endpoints, summarise, and validate. MATLAB implements this plan; it does not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seed makes this finite random sequence repeatable for teaching and debugging. It does not make a stochastic model deterministic, and it is not a validation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three lines from a uniform draw to a direction and finally a physical step in millimetres. Notice the array operation creates many paths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valid history, not the answer for every particle. A different seed changes the path, so one trajectory cannot establish the long-run mean or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Repeating complete paths turns random outcomes into numerical evidence. The histogram is broad because endpoints differ, while its centre remains close to the symmetry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mean answers where the distribution is centred; the spread answers how much individual outcomes differ. A near-zero mean never means that every endpoint is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trials generally stabilise an estimate of the centre, but the physical endpoint spread remains. Do not mistake a more precise mean for less random physical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1000-trial estimate is farther from zero than the 100-trial estimate, and that is not a failure. One finite random sequence need not converge monotonically.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two checks: symmetry predicts a mean near zero, and 100 plus-or-minus one-millimetre steps must end on an even integer. A nice-looking plot or fixed seed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error concerns uncertainty in the estimated mean, not the physical spread. Treat the formulae as supplied interpretation tools rather than derivations for this Core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defend a complete chain: define a trial, distinguish mean from spread, and name a check. The final prompt connects reproducibility with the reason correct runs can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