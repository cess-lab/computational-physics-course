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today’s question: if one input is uncertain, how should we report the prediction? The route is input range, model, output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Hooke’s law is familiar, but the meaning of the range is new. Here stiffness is not merely varied; its plausible range represents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inverse relationship first: lower stiffness must give a larger extension. The baseline 0.10 m should sit inside the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One-at-a-time means change only one input while holding the model, units and other inputs fixed. That makes the comparison interpretable.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five-step method turns an uncertain input into a defensible output range. Validation comes before the final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stiffness values are an array, so dot slash evaluates the same model for all three cases. Min and max then turn those outputs into the reported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fixed 10 N, the three stiffness cases produce a decreasing curve and a range from 0.09524 to 0.10526 m. These are controlled calculations, not random trials.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 the input range alongside the output range. Extra digits in the baseline do not remove uncertainty in the stiffness.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the baseline independently, check the units, and check the inverse trend. A smooth graph is evidence of execution, not validation by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uncertain parameters, numerical approximation and model limitations. This direct algebraic Hooke calculation has no timestep or grid approximation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change force instead, with stiffness fixed. The stiffness range has the larger effect here only because of these supplied input ranges.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sign of sensitivity tells direction; the magnitude tells fractional responsiveness. For Hooke’s law, force and extension move together, while stiffness moves oppositely.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supplied relation only under its small, independent-uncertainty assumption. It gives an approximate combined relative uncertainty, not a new exact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should name an uncertain input, keep the comparison controlled, state an output range, and distinguish its limitation source. Finish with a practical conclusion without false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